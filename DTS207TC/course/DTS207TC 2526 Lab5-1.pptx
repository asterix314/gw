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9" r:id="rId3"/>
    <p:sldId id="256" r:id="rId4"/>
    <p:sldId id="257" r:id="rId5"/>
    <p:sldId id="270" r:id="rId6"/>
    <p:sldId id="271" r:id="rId7"/>
    <p:sldId id="272" r:id="rId8"/>
    <p:sldId id="273" r:id="rId9"/>
    <p:sldId id="274" r:id="rId10"/>
    <p:sldId id="258" r:id="rId11"/>
    <p:sldId id="281" r:id="rId12"/>
    <p:sldId id="282" r:id="rId13"/>
    <p:sldId id="280" r:id="rId14"/>
    <p:sldId id="259" r:id="rId15"/>
    <p:sldId id="269" r:id="rId16"/>
    <p:sldId id="283" r:id="rId17"/>
    <p:sldId id="284" r:id="rId18"/>
    <p:sldId id="260" r:id="rId19"/>
    <p:sldId id="267" r:id="rId20"/>
    <p:sldId id="276" r:id="rId21"/>
    <p:sldId id="261" r:id="rId22"/>
    <p:sldId id="275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84" d="100"/>
          <a:sy n="84" d="100"/>
        </p:scale>
        <p:origin x="2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jia Qiu" userId="11330c03-db52-4a21-b136-9dc8d2118c1f" providerId="ADAL" clId="{B84A1ADB-0A1C-4304-A3B3-928D7F992E16}"/>
    <pc:docChg chg="undo custSel addSld modSld sldOrd">
      <pc:chgData name="Hejia Qiu" userId="11330c03-db52-4a21-b136-9dc8d2118c1f" providerId="ADAL" clId="{B84A1ADB-0A1C-4304-A3B3-928D7F992E16}" dt="2024-11-05T11:01:17.227" v="834" actId="20577"/>
      <pc:docMkLst>
        <pc:docMk/>
      </pc:docMkLst>
      <pc:sldChg chg="modSp new mod">
        <pc:chgData name="Hejia Qiu" userId="11330c03-db52-4a21-b136-9dc8d2118c1f" providerId="ADAL" clId="{B84A1ADB-0A1C-4304-A3B3-928D7F992E16}" dt="2024-11-05T10:31:12.083" v="34" actId="20577"/>
        <pc:sldMkLst>
          <pc:docMk/>
          <pc:sldMk cId="4090767364" sldId="256"/>
        </pc:sldMkLst>
        <pc:spChg chg="mod">
          <ac:chgData name="Hejia Qiu" userId="11330c03-db52-4a21-b136-9dc8d2118c1f" providerId="ADAL" clId="{B84A1ADB-0A1C-4304-A3B3-928D7F992E16}" dt="2024-11-05T08:41:52.126" v="7" actId="20577"/>
          <ac:spMkLst>
            <pc:docMk/>
            <pc:sldMk cId="4090767364" sldId="256"/>
            <ac:spMk id="2" creationId="{840A492D-B58B-4FA1-982B-A5B7DA6E255F}"/>
          </ac:spMkLst>
        </pc:spChg>
        <pc:spChg chg="mod">
          <ac:chgData name="Hejia Qiu" userId="11330c03-db52-4a21-b136-9dc8d2118c1f" providerId="ADAL" clId="{B84A1ADB-0A1C-4304-A3B3-928D7F992E16}" dt="2024-11-05T10:31:12.083" v="34" actId="20577"/>
          <ac:spMkLst>
            <pc:docMk/>
            <pc:sldMk cId="4090767364" sldId="256"/>
            <ac:spMk id="3" creationId="{C84021D8-65CF-4934-8D6B-0829E387CC11}"/>
          </ac:spMkLst>
        </pc:spChg>
      </pc:sldChg>
      <pc:sldChg chg="modSp new mod">
        <pc:chgData name="Hejia Qiu" userId="11330c03-db52-4a21-b136-9dc8d2118c1f" providerId="ADAL" clId="{B84A1ADB-0A1C-4304-A3B3-928D7F992E16}" dt="2024-11-05T10:33:16.196" v="176" actId="20577"/>
        <pc:sldMkLst>
          <pc:docMk/>
          <pc:sldMk cId="2230975165" sldId="257"/>
        </pc:sldMkLst>
        <pc:spChg chg="mod">
          <ac:chgData name="Hejia Qiu" userId="11330c03-db52-4a21-b136-9dc8d2118c1f" providerId="ADAL" clId="{B84A1ADB-0A1C-4304-A3B3-928D7F992E16}" dt="2024-11-05T10:33:16.196" v="176" actId="20577"/>
          <ac:spMkLst>
            <pc:docMk/>
            <pc:sldMk cId="2230975165" sldId="257"/>
            <ac:spMk id="2" creationId="{881D5F39-A8FF-4BD6-852B-0D81A8CA2075}"/>
          </ac:spMkLst>
        </pc:spChg>
        <pc:spChg chg="mod">
          <ac:chgData name="Hejia Qiu" userId="11330c03-db52-4a21-b136-9dc8d2118c1f" providerId="ADAL" clId="{B84A1ADB-0A1C-4304-A3B3-928D7F992E16}" dt="2024-11-05T10:33:12.219" v="167" actId="20577"/>
          <ac:spMkLst>
            <pc:docMk/>
            <pc:sldMk cId="2230975165" sldId="257"/>
            <ac:spMk id="3" creationId="{4F9FE8C2-43DB-476D-AB24-F67A8FA1494A}"/>
          </ac:spMkLst>
        </pc:spChg>
      </pc:sldChg>
      <pc:sldChg chg="modSp new mod">
        <pc:chgData name="Hejia Qiu" userId="11330c03-db52-4a21-b136-9dc8d2118c1f" providerId="ADAL" clId="{B84A1ADB-0A1C-4304-A3B3-928D7F992E16}" dt="2024-11-05T10:47:03.838" v="355"/>
        <pc:sldMkLst>
          <pc:docMk/>
          <pc:sldMk cId="3070682998" sldId="258"/>
        </pc:sldMkLst>
        <pc:spChg chg="mod">
          <ac:chgData name="Hejia Qiu" userId="11330c03-db52-4a21-b136-9dc8d2118c1f" providerId="ADAL" clId="{B84A1ADB-0A1C-4304-A3B3-928D7F992E16}" dt="2024-11-05T10:35:14.338" v="216" actId="14100"/>
          <ac:spMkLst>
            <pc:docMk/>
            <pc:sldMk cId="3070682998" sldId="258"/>
            <ac:spMk id="2" creationId="{E8363506-435D-405D-AA50-7182FE5ED318}"/>
          </ac:spMkLst>
        </pc:spChg>
        <pc:spChg chg="mod">
          <ac:chgData name="Hejia Qiu" userId="11330c03-db52-4a21-b136-9dc8d2118c1f" providerId="ADAL" clId="{B84A1ADB-0A1C-4304-A3B3-928D7F992E16}" dt="2024-11-05T10:47:03.838" v="355"/>
          <ac:spMkLst>
            <pc:docMk/>
            <pc:sldMk cId="3070682998" sldId="258"/>
            <ac:spMk id="3" creationId="{D1757C09-984E-4639-AD9A-F70AED7CC054}"/>
          </ac:spMkLst>
        </pc:spChg>
      </pc:sldChg>
      <pc:sldChg chg="addSp modSp add mod">
        <pc:chgData name="Hejia Qiu" userId="11330c03-db52-4a21-b136-9dc8d2118c1f" providerId="ADAL" clId="{B84A1ADB-0A1C-4304-A3B3-928D7F992E16}" dt="2024-11-05T10:48:43.792" v="380" actId="1076"/>
        <pc:sldMkLst>
          <pc:docMk/>
          <pc:sldMk cId="3208578526" sldId="259"/>
        </pc:sldMkLst>
        <pc:spChg chg="mod">
          <ac:chgData name="Hejia Qiu" userId="11330c03-db52-4a21-b136-9dc8d2118c1f" providerId="ADAL" clId="{B84A1ADB-0A1C-4304-A3B3-928D7F992E16}" dt="2024-11-05T10:46:06.943" v="347" actId="20577"/>
          <ac:spMkLst>
            <pc:docMk/>
            <pc:sldMk cId="3208578526" sldId="259"/>
            <ac:spMk id="2" creationId="{E8363506-435D-405D-AA50-7182FE5ED318}"/>
          </ac:spMkLst>
        </pc:spChg>
        <pc:spChg chg="mod">
          <ac:chgData name="Hejia Qiu" userId="11330c03-db52-4a21-b136-9dc8d2118c1f" providerId="ADAL" clId="{B84A1ADB-0A1C-4304-A3B3-928D7F992E16}" dt="2024-11-05T10:48:35.583" v="379" actId="1076"/>
          <ac:spMkLst>
            <pc:docMk/>
            <pc:sldMk cId="3208578526" sldId="259"/>
            <ac:spMk id="3" creationId="{D1757C09-984E-4639-AD9A-F70AED7CC054}"/>
          </ac:spMkLst>
        </pc:spChg>
        <pc:graphicFrameChg chg="add mod modGraphic">
          <ac:chgData name="Hejia Qiu" userId="11330c03-db52-4a21-b136-9dc8d2118c1f" providerId="ADAL" clId="{B84A1ADB-0A1C-4304-A3B3-928D7F992E16}" dt="2024-11-05T10:48:43.792" v="380" actId="1076"/>
          <ac:graphicFrameMkLst>
            <pc:docMk/>
            <pc:sldMk cId="3208578526" sldId="259"/>
            <ac:graphicFrameMk id="4" creationId="{81C07537-6613-4A81-90DF-80996E4516AE}"/>
          </ac:graphicFrameMkLst>
        </pc:graphicFrameChg>
      </pc:sldChg>
      <pc:sldChg chg="addSp delSp modSp add mod">
        <pc:chgData name="Hejia Qiu" userId="11330c03-db52-4a21-b136-9dc8d2118c1f" providerId="ADAL" clId="{B84A1ADB-0A1C-4304-A3B3-928D7F992E16}" dt="2024-11-05T10:51:00.148" v="480" actId="255"/>
        <pc:sldMkLst>
          <pc:docMk/>
          <pc:sldMk cId="3466371568" sldId="260"/>
        </pc:sldMkLst>
        <pc:spChg chg="mod">
          <ac:chgData name="Hejia Qiu" userId="11330c03-db52-4a21-b136-9dc8d2118c1f" providerId="ADAL" clId="{B84A1ADB-0A1C-4304-A3B3-928D7F992E16}" dt="2024-11-05T10:48:49.222" v="382" actId="20577"/>
          <ac:spMkLst>
            <pc:docMk/>
            <pc:sldMk cId="3466371568" sldId="260"/>
            <ac:spMk id="2" creationId="{E8363506-435D-405D-AA50-7182FE5ED318}"/>
          </ac:spMkLst>
        </pc:spChg>
        <pc:spChg chg="mod">
          <ac:chgData name="Hejia Qiu" userId="11330c03-db52-4a21-b136-9dc8d2118c1f" providerId="ADAL" clId="{B84A1ADB-0A1C-4304-A3B3-928D7F992E16}" dt="2024-11-05T10:49:13.743" v="387" actId="1076"/>
          <ac:spMkLst>
            <pc:docMk/>
            <pc:sldMk cId="3466371568" sldId="260"/>
            <ac:spMk id="3" creationId="{D1757C09-984E-4639-AD9A-F70AED7CC054}"/>
          </ac:spMkLst>
        </pc:spChg>
        <pc:graphicFrameChg chg="del">
          <ac:chgData name="Hejia Qiu" userId="11330c03-db52-4a21-b136-9dc8d2118c1f" providerId="ADAL" clId="{B84A1ADB-0A1C-4304-A3B3-928D7F992E16}" dt="2024-11-05T10:49:18.717" v="388" actId="478"/>
          <ac:graphicFrameMkLst>
            <pc:docMk/>
            <pc:sldMk cId="3466371568" sldId="260"/>
            <ac:graphicFrameMk id="4" creationId="{81C07537-6613-4A81-90DF-80996E4516AE}"/>
          </ac:graphicFrameMkLst>
        </pc:graphicFrameChg>
        <pc:graphicFrameChg chg="add mod modGraphic">
          <ac:chgData name="Hejia Qiu" userId="11330c03-db52-4a21-b136-9dc8d2118c1f" providerId="ADAL" clId="{B84A1ADB-0A1C-4304-A3B3-928D7F992E16}" dt="2024-11-05T10:51:00.148" v="480" actId="255"/>
          <ac:graphicFrameMkLst>
            <pc:docMk/>
            <pc:sldMk cId="3466371568" sldId="260"/>
            <ac:graphicFrameMk id="5" creationId="{E66F7B56-D903-4142-B84F-9D0A6B24C00B}"/>
          </ac:graphicFrameMkLst>
        </pc:graphicFrameChg>
      </pc:sldChg>
      <pc:sldChg chg="delSp modSp add mod">
        <pc:chgData name="Hejia Qiu" userId="11330c03-db52-4a21-b136-9dc8d2118c1f" providerId="ADAL" clId="{B84A1ADB-0A1C-4304-A3B3-928D7F992E16}" dt="2024-11-05T10:51:54.815" v="488" actId="20577"/>
        <pc:sldMkLst>
          <pc:docMk/>
          <pc:sldMk cId="1893553810" sldId="261"/>
        </pc:sldMkLst>
        <pc:spChg chg="mod">
          <ac:chgData name="Hejia Qiu" userId="11330c03-db52-4a21-b136-9dc8d2118c1f" providerId="ADAL" clId="{B84A1ADB-0A1C-4304-A3B3-928D7F992E16}" dt="2024-11-05T10:51:20.749" v="483" actId="20577"/>
          <ac:spMkLst>
            <pc:docMk/>
            <pc:sldMk cId="1893553810" sldId="261"/>
            <ac:spMk id="2" creationId="{E8363506-435D-405D-AA50-7182FE5ED318}"/>
          </ac:spMkLst>
        </pc:spChg>
        <pc:spChg chg="mod">
          <ac:chgData name="Hejia Qiu" userId="11330c03-db52-4a21-b136-9dc8d2118c1f" providerId="ADAL" clId="{B84A1ADB-0A1C-4304-A3B3-928D7F992E16}" dt="2024-11-05T10:51:54.815" v="488" actId="20577"/>
          <ac:spMkLst>
            <pc:docMk/>
            <pc:sldMk cId="1893553810" sldId="261"/>
            <ac:spMk id="3" creationId="{D1757C09-984E-4639-AD9A-F70AED7CC054}"/>
          </ac:spMkLst>
        </pc:spChg>
        <pc:graphicFrameChg chg="del">
          <ac:chgData name="Hejia Qiu" userId="11330c03-db52-4a21-b136-9dc8d2118c1f" providerId="ADAL" clId="{B84A1ADB-0A1C-4304-A3B3-928D7F992E16}" dt="2024-11-05T10:51:46.797" v="484" actId="478"/>
          <ac:graphicFrameMkLst>
            <pc:docMk/>
            <pc:sldMk cId="1893553810" sldId="261"/>
            <ac:graphicFrameMk id="5" creationId="{E66F7B56-D903-4142-B84F-9D0A6B24C00B}"/>
          </ac:graphicFrameMkLst>
        </pc:graphicFrameChg>
      </pc:sldChg>
      <pc:sldChg chg="addSp delSp modSp new mod">
        <pc:chgData name="Hejia Qiu" userId="11330c03-db52-4a21-b136-9dc8d2118c1f" providerId="ADAL" clId="{B84A1ADB-0A1C-4304-A3B3-928D7F992E16}" dt="2024-11-05T10:55:02.320" v="614" actId="1076"/>
        <pc:sldMkLst>
          <pc:docMk/>
          <pc:sldMk cId="3452095682" sldId="262"/>
        </pc:sldMkLst>
        <pc:spChg chg="del">
          <ac:chgData name="Hejia Qiu" userId="11330c03-db52-4a21-b136-9dc8d2118c1f" providerId="ADAL" clId="{B84A1ADB-0A1C-4304-A3B3-928D7F992E16}" dt="2024-11-05T10:52:31.275" v="491" actId="478"/>
          <ac:spMkLst>
            <pc:docMk/>
            <pc:sldMk cId="3452095682" sldId="262"/>
            <ac:spMk id="2" creationId="{2EF0B5DD-34E5-4692-995B-6682A9B557BC}"/>
          </ac:spMkLst>
        </pc:spChg>
        <pc:spChg chg="del">
          <ac:chgData name="Hejia Qiu" userId="11330c03-db52-4a21-b136-9dc8d2118c1f" providerId="ADAL" clId="{B84A1ADB-0A1C-4304-A3B3-928D7F992E16}" dt="2024-11-05T10:52:30.012" v="490" actId="478"/>
          <ac:spMkLst>
            <pc:docMk/>
            <pc:sldMk cId="3452095682" sldId="262"/>
            <ac:spMk id="3" creationId="{2661CF43-507F-4FF2-AF5C-CAF854310D07}"/>
          </ac:spMkLst>
        </pc:spChg>
        <pc:graphicFrameChg chg="add mod modGraphic">
          <ac:chgData name="Hejia Qiu" userId="11330c03-db52-4a21-b136-9dc8d2118c1f" providerId="ADAL" clId="{B84A1ADB-0A1C-4304-A3B3-928D7F992E16}" dt="2024-11-05T10:55:02.320" v="614" actId="1076"/>
          <ac:graphicFrameMkLst>
            <pc:docMk/>
            <pc:sldMk cId="3452095682" sldId="262"/>
            <ac:graphicFrameMk id="4" creationId="{D08CB3F6-D80C-4F04-AC9F-B7319BA68879}"/>
          </ac:graphicFrameMkLst>
        </pc:graphicFrameChg>
      </pc:sldChg>
      <pc:sldChg chg="addSp delSp modSp add mod ord">
        <pc:chgData name="Hejia Qiu" userId="11330c03-db52-4a21-b136-9dc8d2118c1f" providerId="ADAL" clId="{B84A1ADB-0A1C-4304-A3B3-928D7F992E16}" dt="2024-11-05T10:59:37.196" v="788" actId="20577"/>
        <pc:sldMkLst>
          <pc:docMk/>
          <pc:sldMk cId="2223540897" sldId="263"/>
        </pc:sldMkLst>
        <pc:spChg chg="mod">
          <ac:chgData name="Hejia Qiu" userId="11330c03-db52-4a21-b136-9dc8d2118c1f" providerId="ADAL" clId="{B84A1ADB-0A1C-4304-A3B3-928D7F992E16}" dt="2024-11-05T10:55:38.982" v="637" actId="1076"/>
          <ac:spMkLst>
            <pc:docMk/>
            <pc:sldMk cId="2223540897" sldId="263"/>
            <ac:spMk id="2" creationId="{E8363506-435D-405D-AA50-7182FE5ED318}"/>
          </ac:spMkLst>
        </pc:spChg>
        <pc:spChg chg="mod">
          <ac:chgData name="Hejia Qiu" userId="11330c03-db52-4a21-b136-9dc8d2118c1f" providerId="ADAL" clId="{B84A1ADB-0A1C-4304-A3B3-928D7F992E16}" dt="2024-11-05T10:59:37.196" v="788" actId="20577"/>
          <ac:spMkLst>
            <pc:docMk/>
            <pc:sldMk cId="2223540897" sldId="263"/>
            <ac:spMk id="3" creationId="{D1757C09-984E-4639-AD9A-F70AED7CC054}"/>
          </ac:spMkLst>
        </pc:spChg>
        <pc:spChg chg="add del">
          <ac:chgData name="Hejia Qiu" userId="11330c03-db52-4a21-b136-9dc8d2118c1f" providerId="ADAL" clId="{B84A1ADB-0A1C-4304-A3B3-928D7F992E16}" dt="2024-11-05T10:58:24.928" v="708"/>
          <ac:spMkLst>
            <pc:docMk/>
            <pc:sldMk cId="2223540897" sldId="263"/>
            <ac:spMk id="4" creationId="{B32B74F0-794C-4571-8229-32330FBEEA57}"/>
          </ac:spMkLst>
        </pc:spChg>
      </pc:sldChg>
      <pc:sldChg chg="addSp delSp modSp new mod">
        <pc:chgData name="Hejia Qiu" userId="11330c03-db52-4a21-b136-9dc8d2118c1f" providerId="ADAL" clId="{B84A1ADB-0A1C-4304-A3B3-928D7F992E16}" dt="2024-11-05T10:57:22.190" v="696" actId="1076"/>
        <pc:sldMkLst>
          <pc:docMk/>
          <pc:sldMk cId="3773065776" sldId="264"/>
        </pc:sldMkLst>
        <pc:spChg chg="del">
          <ac:chgData name="Hejia Qiu" userId="11330c03-db52-4a21-b136-9dc8d2118c1f" providerId="ADAL" clId="{B84A1ADB-0A1C-4304-A3B3-928D7F992E16}" dt="2024-11-05T10:56:21.558" v="646" actId="478"/>
          <ac:spMkLst>
            <pc:docMk/>
            <pc:sldMk cId="3773065776" sldId="264"/>
            <ac:spMk id="2" creationId="{A7EF14A6-059B-4B20-B720-F8A71791B272}"/>
          </ac:spMkLst>
        </pc:spChg>
        <pc:spChg chg="del">
          <ac:chgData name="Hejia Qiu" userId="11330c03-db52-4a21-b136-9dc8d2118c1f" providerId="ADAL" clId="{B84A1ADB-0A1C-4304-A3B3-928D7F992E16}" dt="2024-11-05T10:56:20.685" v="645" actId="478"/>
          <ac:spMkLst>
            <pc:docMk/>
            <pc:sldMk cId="3773065776" sldId="264"/>
            <ac:spMk id="3" creationId="{62C7F9AC-057A-458F-932B-82372E35A9A5}"/>
          </ac:spMkLst>
        </pc:spChg>
        <pc:graphicFrameChg chg="add mod modGraphic">
          <ac:chgData name="Hejia Qiu" userId="11330c03-db52-4a21-b136-9dc8d2118c1f" providerId="ADAL" clId="{B84A1ADB-0A1C-4304-A3B3-928D7F992E16}" dt="2024-11-05T10:57:22.190" v="696" actId="1076"/>
          <ac:graphicFrameMkLst>
            <pc:docMk/>
            <pc:sldMk cId="3773065776" sldId="264"/>
            <ac:graphicFrameMk id="4" creationId="{BCE5469F-C506-4439-A5FB-5B563EE4218A}"/>
          </ac:graphicFrameMkLst>
        </pc:graphicFrameChg>
      </pc:sldChg>
      <pc:sldChg chg="modSp new mod">
        <pc:chgData name="Hejia Qiu" userId="11330c03-db52-4a21-b136-9dc8d2118c1f" providerId="ADAL" clId="{B84A1ADB-0A1C-4304-A3B3-928D7F992E16}" dt="2024-11-05T11:00:32.667" v="809" actId="20577"/>
        <pc:sldMkLst>
          <pc:docMk/>
          <pc:sldMk cId="47687932" sldId="265"/>
        </pc:sldMkLst>
        <pc:spChg chg="mod">
          <ac:chgData name="Hejia Qiu" userId="11330c03-db52-4a21-b136-9dc8d2118c1f" providerId="ADAL" clId="{B84A1ADB-0A1C-4304-A3B3-928D7F992E16}" dt="2024-11-05T11:00:07.814" v="797" actId="14100"/>
          <ac:spMkLst>
            <pc:docMk/>
            <pc:sldMk cId="47687932" sldId="265"/>
            <ac:spMk id="2" creationId="{60C34774-0F16-4F3E-93B3-9A20567629F7}"/>
          </ac:spMkLst>
        </pc:spChg>
        <pc:spChg chg="mod">
          <ac:chgData name="Hejia Qiu" userId="11330c03-db52-4a21-b136-9dc8d2118c1f" providerId="ADAL" clId="{B84A1ADB-0A1C-4304-A3B3-928D7F992E16}" dt="2024-11-05T11:00:32.667" v="809" actId="20577"/>
          <ac:spMkLst>
            <pc:docMk/>
            <pc:sldMk cId="47687932" sldId="265"/>
            <ac:spMk id="3" creationId="{A32B3363-383C-493D-BE63-EE5EA80B3718}"/>
          </ac:spMkLst>
        </pc:spChg>
      </pc:sldChg>
      <pc:sldChg chg="modSp add mod">
        <pc:chgData name="Hejia Qiu" userId="11330c03-db52-4a21-b136-9dc8d2118c1f" providerId="ADAL" clId="{B84A1ADB-0A1C-4304-A3B3-928D7F992E16}" dt="2024-11-05T11:01:17.227" v="834" actId="20577"/>
        <pc:sldMkLst>
          <pc:docMk/>
          <pc:sldMk cId="2763248570" sldId="266"/>
        </pc:sldMkLst>
        <pc:spChg chg="mod">
          <ac:chgData name="Hejia Qiu" userId="11330c03-db52-4a21-b136-9dc8d2118c1f" providerId="ADAL" clId="{B84A1ADB-0A1C-4304-A3B3-928D7F992E16}" dt="2024-11-05T11:00:44.819" v="816" actId="20577"/>
          <ac:spMkLst>
            <pc:docMk/>
            <pc:sldMk cId="2763248570" sldId="266"/>
            <ac:spMk id="2" creationId="{60C34774-0F16-4F3E-93B3-9A20567629F7}"/>
          </ac:spMkLst>
        </pc:spChg>
        <pc:spChg chg="mod">
          <ac:chgData name="Hejia Qiu" userId="11330c03-db52-4a21-b136-9dc8d2118c1f" providerId="ADAL" clId="{B84A1ADB-0A1C-4304-A3B3-928D7F992E16}" dt="2024-11-05T11:01:17.227" v="834" actId="20577"/>
          <ac:spMkLst>
            <pc:docMk/>
            <pc:sldMk cId="2763248570" sldId="266"/>
            <ac:spMk id="3" creationId="{A32B3363-383C-493D-BE63-EE5EA80B3718}"/>
          </ac:spMkLst>
        </pc:spChg>
      </pc:sldChg>
      <pc:sldMasterChg chg="addSldLayout">
        <pc:chgData name="Hejia Qiu" userId="11330c03-db52-4a21-b136-9dc8d2118c1f" providerId="ADAL" clId="{B84A1ADB-0A1C-4304-A3B3-928D7F992E16}" dt="2024-11-05T08:41:45.808" v="0" actId="680"/>
        <pc:sldMasterMkLst>
          <pc:docMk/>
          <pc:sldMasterMk cId="4258017995" sldId="2147483648"/>
        </pc:sldMasterMkLst>
        <pc:sldLayoutChg chg="add">
          <pc:chgData name="Hejia Qiu" userId="11330c03-db52-4a21-b136-9dc8d2118c1f" providerId="ADAL" clId="{B84A1ADB-0A1C-4304-A3B3-928D7F992E16}" dt="2024-11-05T08:41:45.808" v="0" actId="680"/>
          <pc:sldLayoutMkLst>
            <pc:docMk/>
            <pc:sldMasterMk cId="4258017995" sldId="2147483648"/>
            <pc:sldLayoutMk cId="3131909127" sldId="2147483649"/>
          </pc:sldLayoutMkLst>
        </pc:sldLayoutChg>
      </pc:sldMasterChg>
    </pc:docChg>
  </pc:docChgLst>
  <pc:docChgLst>
    <pc:chgData name="Hejia Qiu" userId="11330c03-db52-4a21-b136-9dc8d2118c1f" providerId="ADAL" clId="{C506E7F1-9B02-4A79-A758-BD0CD26D5C37}"/>
    <pc:docChg chg="undo custSel addSld delSld modSld sldOrd">
      <pc:chgData name="Hejia Qiu" userId="11330c03-db52-4a21-b136-9dc8d2118c1f" providerId="ADAL" clId="{C506E7F1-9B02-4A79-A758-BD0CD26D5C37}" dt="2024-11-12T07:56:24.633" v="742" actId="22"/>
      <pc:docMkLst>
        <pc:docMk/>
      </pc:docMkLst>
      <pc:sldChg chg="modSp mod">
        <pc:chgData name="Hejia Qiu" userId="11330c03-db52-4a21-b136-9dc8d2118c1f" providerId="ADAL" clId="{C506E7F1-9B02-4A79-A758-BD0CD26D5C37}" dt="2024-11-05T11:17:58.493" v="21" actId="20577"/>
        <pc:sldMkLst>
          <pc:docMk/>
          <pc:sldMk cId="4090767364" sldId="256"/>
        </pc:sldMkLst>
        <pc:spChg chg="mod">
          <ac:chgData name="Hejia Qiu" userId="11330c03-db52-4a21-b136-9dc8d2118c1f" providerId="ADAL" clId="{C506E7F1-9B02-4A79-A758-BD0CD26D5C37}" dt="2024-11-05T11:17:49.370" v="3" actId="20577"/>
          <ac:spMkLst>
            <pc:docMk/>
            <pc:sldMk cId="4090767364" sldId="256"/>
            <ac:spMk id="2" creationId="{840A492D-B58B-4FA1-982B-A5B7DA6E255F}"/>
          </ac:spMkLst>
        </pc:spChg>
        <pc:spChg chg="mod">
          <ac:chgData name="Hejia Qiu" userId="11330c03-db52-4a21-b136-9dc8d2118c1f" providerId="ADAL" clId="{C506E7F1-9B02-4A79-A758-BD0CD26D5C37}" dt="2024-11-05T11:17:58.493" v="21" actId="20577"/>
          <ac:spMkLst>
            <pc:docMk/>
            <pc:sldMk cId="4090767364" sldId="256"/>
            <ac:spMk id="3" creationId="{C84021D8-65CF-4934-8D6B-0829E387CC11}"/>
          </ac:spMkLst>
        </pc:spChg>
      </pc:sldChg>
      <pc:sldChg chg="modSp mod">
        <pc:chgData name="Hejia Qiu" userId="11330c03-db52-4a21-b136-9dc8d2118c1f" providerId="ADAL" clId="{C506E7F1-9B02-4A79-A758-BD0CD26D5C37}" dt="2024-11-06T04:33:33.403" v="498" actId="20577"/>
        <pc:sldMkLst>
          <pc:docMk/>
          <pc:sldMk cId="2230975165" sldId="257"/>
        </pc:sldMkLst>
        <pc:spChg chg="mod">
          <ac:chgData name="Hejia Qiu" userId="11330c03-db52-4a21-b136-9dc8d2118c1f" providerId="ADAL" clId="{C506E7F1-9B02-4A79-A758-BD0CD26D5C37}" dt="2024-11-06T04:33:33.403" v="498" actId="20577"/>
          <ac:spMkLst>
            <pc:docMk/>
            <pc:sldMk cId="2230975165" sldId="257"/>
            <ac:spMk id="2" creationId="{881D5F39-A8FF-4BD6-852B-0D81A8CA2075}"/>
          </ac:spMkLst>
        </pc:spChg>
        <pc:spChg chg="mod">
          <ac:chgData name="Hejia Qiu" userId="11330c03-db52-4a21-b136-9dc8d2118c1f" providerId="ADAL" clId="{C506E7F1-9B02-4A79-A758-BD0CD26D5C37}" dt="2024-11-05T12:20:16.432" v="410" actId="1076"/>
          <ac:spMkLst>
            <pc:docMk/>
            <pc:sldMk cId="2230975165" sldId="257"/>
            <ac:spMk id="3" creationId="{4F9FE8C2-43DB-476D-AB24-F67A8FA1494A}"/>
          </ac:spMkLst>
        </pc:spChg>
      </pc:sldChg>
      <pc:sldChg chg="modSp mod">
        <pc:chgData name="Hejia Qiu" userId="11330c03-db52-4a21-b136-9dc8d2118c1f" providerId="ADAL" clId="{C506E7F1-9B02-4A79-A758-BD0CD26D5C37}" dt="2024-11-06T04:33:04.642" v="490" actId="20577"/>
        <pc:sldMkLst>
          <pc:docMk/>
          <pc:sldMk cId="3070682998" sldId="258"/>
        </pc:sldMkLst>
        <pc:spChg chg="mod">
          <ac:chgData name="Hejia Qiu" userId="11330c03-db52-4a21-b136-9dc8d2118c1f" providerId="ADAL" clId="{C506E7F1-9B02-4A79-A758-BD0CD26D5C37}" dt="2024-11-06T04:33:04.642" v="490" actId="20577"/>
          <ac:spMkLst>
            <pc:docMk/>
            <pc:sldMk cId="3070682998" sldId="258"/>
            <ac:spMk id="2" creationId="{E8363506-435D-405D-AA50-7182FE5ED318}"/>
          </ac:spMkLst>
        </pc:spChg>
        <pc:spChg chg="mod">
          <ac:chgData name="Hejia Qiu" userId="11330c03-db52-4a21-b136-9dc8d2118c1f" providerId="ADAL" clId="{C506E7F1-9B02-4A79-A758-BD0CD26D5C37}" dt="2024-11-05T11:27:08.989" v="232" actId="20577"/>
          <ac:spMkLst>
            <pc:docMk/>
            <pc:sldMk cId="3070682998" sldId="258"/>
            <ac:spMk id="3" creationId="{D1757C09-984E-4639-AD9A-F70AED7CC054}"/>
          </ac:spMkLst>
        </pc:spChg>
      </pc:sldChg>
      <pc:sldChg chg="delSp modSp mod">
        <pc:chgData name="Hejia Qiu" userId="11330c03-db52-4a21-b136-9dc8d2118c1f" providerId="ADAL" clId="{C506E7F1-9B02-4A79-A758-BD0CD26D5C37}" dt="2024-11-06T04:33:07.341" v="492" actId="20577"/>
        <pc:sldMkLst>
          <pc:docMk/>
          <pc:sldMk cId="3208578526" sldId="259"/>
        </pc:sldMkLst>
        <pc:spChg chg="mod">
          <ac:chgData name="Hejia Qiu" userId="11330c03-db52-4a21-b136-9dc8d2118c1f" providerId="ADAL" clId="{C506E7F1-9B02-4A79-A758-BD0CD26D5C37}" dt="2024-11-06T04:33:07.341" v="492" actId="20577"/>
          <ac:spMkLst>
            <pc:docMk/>
            <pc:sldMk cId="3208578526" sldId="259"/>
            <ac:spMk id="2" creationId="{E8363506-435D-405D-AA50-7182FE5ED318}"/>
          </ac:spMkLst>
        </pc:spChg>
        <pc:spChg chg="mod">
          <ac:chgData name="Hejia Qiu" userId="11330c03-db52-4a21-b136-9dc8d2118c1f" providerId="ADAL" clId="{C506E7F1-9B02-4A79-A758-BD0CD26D5C37}" dt="2024-11-05T11:23:23.164" v="102"/>
          <ac:spMkLst>
            <pc:docMk/>
            <pc:sldMk cId="3208578526" sldId="259"/>
            <ac:spMk id="3" creationId="{D1757C09-984E-4639-AD9A-F70AED7CC054}"/>
          </ac:spMkLst>
        </pc:spChg>
        <pc:graphicFrameChg chg="del">
          <ac:chgData name="Hejia Qiu" userId="11330c03-db52-4a21-b136-9dc8d2118c1f" providerId="ADAL" clId="{C506E7F1-9B02-4A79-A758-BD0CD26D5C37}" dt="2024-11-05T11:23:30.536" v="103" actId="478"/>
          <ac:graphicFrameMkLst>
            <pc:docMk/>
            <pc:sldMk cId="3208578526" sldId="259"/>
            <ac:graphicFrameMk id="4" creationId="{81C07537-6613-4A81-90DF-80996E4516AE}"/>
          </ac:graphicFrameMkLst>
        </pc:graphicFrameChg>
      </pc:sldChg>
      <pc:sldChg chg="modSp mod">
        <pc:chgData name="Hejia Qiu" userId="11330c03-db52-4a21-b136-9dc8d2118c1f" providerId="ADAL" clId="{C506E7F1-9B02-4A79-A758-BD0CD26D5C37}" dt="2024-11-06T04:33:13.969" v="494" actId="20577"/>
        <pc:sldMkLst>
          <pc:docMk/>
          <pc:sldMk cId="3466371568" sldId="260"/>
        </pc:sldMkLst>
        <pc:spChg chg="mod">
          <ac:chgData name="Hejia Qiu" userId="11330c03-db52-4a21-b136-9dc8d2118c1f" providerId="ADAL" clId="{C506E7F1-9B02-4A79-A758-BD0CD26D5C37}" dt="2024-11-06T04:33:13.969" v="494" actId="20577"/>
          <ac:spMkLst>
            <pc:docMk/>
            <pc:sldMk cId="3466371568" sldId="260"/>
            <ac:spMk id="2" creationId="{E8363506-435D-405D-AA50-7182FE5ED318}"/>
          </ac:spMkLst>
        </pc:spChg>
        <pc:spChg chg="mod">
          <ac:chgData name="Hejia Qiu" userId="11330c03-db52-4a21-b136-9dc8d2118c1f" providerId="ADAL" clId="{C506E7F1-9B02-4A79-A758-BD0CD26D5C37}" dt="2024-11-05T11:29:27.075" v="318" actId="20577"/>
          <ac:spMkLst>
            <pc:docMk/>
            <pc:sldMk cId="3466371568" sldId="260"/>
            <ac:spMk id="3" creationId="{D1757C09-984E-4639-AD9A-F70AED7CC054}"/>
          </ac:spMkLst>
        </pc:spChg>
      </pc:sldChg>
      <pc:sldChg chg="addSp modSp mod">
        <pc:chgData name="Hejia Qiu" userId="11330c03-db52-4a21-b136-9dc8d2118c1f" providerId="ADAL" clId="{C506E7F1-9B02-4A79-A758-BD0CD26D5C37}" dt="2024-11-11T11:19:28.142" v="734" actId="20577"/>
        <pc:sldMkLst>
          <pc:docMk/>
          <pc:sldMk cId="1893553810" sldId="261"/>
        </pc:sldMkLst>
        <pc:spChg chg="mod">
          <ac:chgData name="Hejia Qiu" userId="11330c03-db52-4a21-b136-9dc8d2118c1f" providerId="ADAL" clId="{C506E7F1-9B02-4A79-A758-BD0CD26D5C37}" dt="2024-11-06T04:33:19.367" v="496" actId="20577"/>
          <ac:spMkLst>
            <pc:docMk/>
            <pc:sldMk cId="1893553810" sldId="261"/>
            <ac:spMk id="2" creationId="{E8363506-435D-405D-AA50-7182FE5ED318}"/>
          </ac:spMkLst>
        </pc:spChg>
        <pc:spChg chg="mod">
          <ac:chgData name="Hejia Qiu" userId="11330c03-db52-4a21-b136-9dc8d2118c1f" providerId="ADAL" clId="{C506E7F1-9B02-4A79-A758-BD0CD26D5C37}" dt="2024-11-05T11:34:41.636" v="407" actId="20577"/>
          <ac:spMkLst>
            <pc:docMk/>
            <pc:sldMk cId="1893553810" sldId="261"/>
            <ac:spMk id="3" creationId="{D1757C09-984E-4639-AD9A-F70AED7CC054}"/>
          </ac:spMkLst>
        </pc:spChg>
        <pc:graphicFrameChg chg="add mod modGraphic">
          <ac:chgData name="Hejia Qiu" userId="11330c03-db52-4a21-b136-9dc8d2118c1f" providerId="ADAL" clId="{C506E7F1-9B02-4A79-A758-BD0CD26D5C37}" dt="2024-11-11T11:19:28.142" v="734" actId="20577"/>
          <ac:graphicFrameMkLst>
            <pc:docMk/>
            <pc:sldMk cId="1893553810" sldId="261"/>
            <ac:graphicFrameMk id="4" creationId="{8E7DE3BA-3E93-435E-843C-3355AD785529}"/>
          </ac:graphicFrameMkLst>
        </pc:graphicFrameChg>
      </pc:sldChg>
      <pc:sldChg chg="del">
        <pc:chgData name="Hejia Qiu" userId="11330c03-db52-4a21-b136-9dc8d2118c1f" providerId="ADAL" clId="{C506E7F1-9B02-4A79-A758-BD0CD26D5C37}" dt="2024-11-05T11:33:50.326" v="398" actId="47"/>
        <pc:sldMkLst>
          <pc:docMk/>
          <pc:sldMk cId="47687932" sldId="265"/>
        </pc:sldMkLst>
      </pc:sldChg>
      <pc:sldChg chg="del">
        <pc:chgData name="Hejia Qiu" userId="11330c03-db52-4a21-b136-9dc8d2118c1f" providerId="ADAL" clId="{C506E7F1-9B02-4A79-A758-BD0CD26D5C37}" dt="2024-11-05T11:33:52.935" v="399" actId="47"/>
        <pc:sldMkLst>
          <pc:docMk/>
          <pc:sldMk cId="2763248570" sldId="266"/>
        </pc:sldMkLst>
      </pc:sldChg>
      <pc:sldChg chg="addSp delSp modSp mod">
        <pc:chgData name="Hejia Qiu" userId="11330c03-db52-4a21-b136-9dc8d2118c1f" providerId="ADAL" clId="{C506E7F1-9B02-4A79-A758-BD0CD26D5C37}" dt="2024-11-11T11:17:25.974" v="703" actId="20577"/>
        <pc:sldMkLst>
          <pc:docMk/>
          <pc:sldMk cId="791103290" sldId="267"/>
        </pc:sldMkLst>
        <pc:graphicFrameChg chg="add mod modGraphic">
          <ac:chgData name="Hejia Qiu" userId="11330c03-db52-4a21-b136-9dc8d2118c1f" providerId="ADAL" clId="{C506E7F1-9B02-4A79-A758-BD0CD26D5C37}" dt="2024-11-11T11:17:25.974" v="703" actId="20577"/>
          <ac:graphicFrameMkLst>
            <pc:docMk/>
            <pc:sldMk cId="791103290" sldId="267"/>
            <ac:graphicFrameMk id="2" creationId="{9CEE50AD-7D1D-4040-AF6A-856F869046BD}"/>
          </ac:graphicFrameMkLst>
        </pc:graphicFrameChg>
        <pc:graphicFrameChg chg="del">
          <ac:chgData name="Hejia Qiu" userId="11330c03-db52-4a21-b136-9dc8d2118c1f" providerId="ADAL" clId="{C506E7F1-9B02-4A79-A758-BD0CD26D5C37}" dt="2024-11-05T11:29:39.956" v="319" actId="478"/>
          <ac:graphicFrameMkLst>
            <pc:docMk/>
            <pc:sldMk cId="791103290" sldId="267"/>
            <ac:graphicFrameMk id="4" creationId="{2C225BD0-3B48-4585-935F-368FE40C5189}"/>
          </ac:graphicFrameMkLst>
        </pc:graphicFrameChg>
      </pc:sldChg>
      <pc:sldChg chg="addSp delSp modSp del mod">
        <pc:chgData name="Hejia Qiu" userId="11330c03-db52-4a21-b136-9dc8d2118c1f" providerId="ADAL" clId="{C506E7F1-9B02-4A79-A758-BD0CD26D5C37}" dt="2024-11-05T11:34:44.460" v="408" actId="47"/>
        <pc:sldMkLst>
          <pc:docMk/>
          <pc:sldMk cId="3991610851" sldId="268"/>
        </pc:sldMkLst>
        <pc:graphicFrameChg chg="add mod modGraphic">
          <ac:chgData name="Hejia Qiu" userId="11330c03-db52-4a21-b136-9dc8d2118c1f" providerId="ADAL" clId="{C506E7F1-9B02-4A79-A758-BD0CD26D5C37}" dt="2024-11-05T11:33:18.681" v="397" actId="1076"/>
          <ac:graphicFrameMkLst>
            <pc:docMk/>
            <pc:sldMk cId="3991610851" sldId="268"/>
            <ac:graphicFrameMk id="2" creationId="{7D1D0A93-CA10-4304-B2B2-95AA4B93A462}"/>
          </ac:graphicFrameMkLst>
        </pc:graphicFrameChg>
        <pc:graphicFrameChg chg="del modGraphic">
          <ac:chgData name="Hejia Qiu" userId="11330c03-db52-4a21-b136-9dc8d2118c1f" providerId="ADAL" clId="{C506E7F1-9B02-4A79-A758-BD0CD26D5C37}" dt="2024-11-05T11:31:18.264" v="364" actId="478"/>
          <ac:graphicFrameMkLst>
            <pc:docMk/>
            <pc:sldMk cId="3991610851" sldId="268"/>
            <ac:graphicFrameMk id="4" creationId="{65E97BF7-120C-41B9-A2F3-C4BEC47DC3BD}"/>
          </ac:graphicFrameMkLst>
        </pc:graphicFrameChg>
      </pc:sldChg>
      <pc:sldChg chg="addSp delSp modSp new mod">
        <pc:chgData name="Hejia Qiu" userId="11330c03-db52-4a21-b136-9dc8d2118c1f" providerId="ADAL" clId="{C506E7F1-9B02-4A79-A758-BD0CD26D5C37}" dt="2024-11-11T11:16:07.818" v="652" actId="20577"/>
        <pc:sldMkLst>
          <pc:docMk/>
          <pc:sldMk cId="1793303206" sldId="269"/>
        </pc:sldMkLst>
        <pc:spChg chg="del">
          <ac:chgData name="Hejia Qiu" userId="11330c03-db52-4a21-b136-9dc8d2118c1f" providerId="ADAL" clId="{C506E7F1-9B02-4A79-A758-BD0CD26D5C37}" dt="2024-11-05T11:23:43.560" v="105" actId="478"/>
          <ac:spMkLst>
            <pc:docMk/>
            <pc:sldMk cId="1793303206" sldId="269"/>
            <ac:spMk id="2" creationId="{CDA2DA98-CAC6-4A8D-812D-7DB089E1FEF8}"/>
          </ac:spMkLst>
        </pc:spChg>
        <pc:spChg chg="del">
          <ac:chgData name="Hejia Qiu" userId="11330c03-db52-4a21-b136-9dc8d2118c1f" providerId="ADAL" clId="{C506E7F1-9B02-4A79-A758-BD0CD26D5C37}" dt="2024-11-05T11:23:44.433" v="106" actId="478"/>
          <ac:spMkLst>
            <pc:docMk/>
            <pc:sldMk cId="1793303206" sldId="269"/>
            <ac:spMk id="3" creationId="{D304CBA6-46E3-4B78-8E92-516F33D70E11}"/>
          </ac:spMkLst>
        </pc:spChg>
        <pc:graphicFrameChg chg="add mod modGraphic">
          <ac:chgData name="Hejia Qiu" userId="11330c03-db52-4a21-b136-9dc8d2118c1f" providerId="ADAL" clId="{C506E7F1-9B02-4A79-A758-BD0CD26D5C37}" dt="2024-11-11T11:16:07.818" v="652" actId="20577"/>
          <ac:graphicFrameMkLst>
            <pc:docMk/>
            <pc:sldMk cId="1793303206" sldId="269"/>
            <ac:graphicFrameMk id="4" creationId="{2CA97C6B-390C-4B8C-AF48-BB01F50337A9}"/>
          </ac:graphicFrameMkLst>
        </pc:graphicFrameChg>
      </pc:sldChg>
      <pc:sldChg chg="modSp new mod">
        <pc:chgData name="Hejia Qiu" userId="11330c03-db52-4a21-b136-9dc8d2118c1f" providerId="ADAL" clId="{C506E7F1-9B02-4A79-A758-BD0CD26D5C37}" dt="2024-11-06T04:33:25.309" v="497" actId="20577"/>
        <pc:sldMkLst>
          <pc:docMk/>
          <pc:sldMk cId="2075402892" sldId="270"/>
        </pc:sldMkLst>
        <pc:spChg chg="mod">
          <ac:chgData name="Hejia Qiu" userId="11330c03-db52-4a21-b136-9dc8d2118c1f" providerId="ADAL" clId="{C506E7F1-9B02-4A79-A758-BD0CD26D5C37}" dt="2024-11-06T04:33:25.309" v="497" actId="20577"/>
          <ac:spMkLst>
            <pc:docMk/>
            <pc:sldMk cId="2075402892" sldId="270"/>
            <ac:spMk id="2" creationId="{E2120AE0-0C99-4263-881A-7154ACFE5BE1}"/>
          </ac:spMkLst>
        </pc:spChg>
        <pc:spChg chg="mod">
          <ac:chgData name="Hejia Qiu" userId="11330c03-db52-4a21-b136-9dc8d2118c1f" providerId="ADAL" clId="{C506E7F1-9B02-4A79-A758-BD0CD26D5C37}" dt="2024-11-06T04:32:43.882" v="469" actId="20577"/>
          <ac:spMkLst>
            <pc:docMk/>
            <pc:sldMk cId="2075402892" sldId="270"/>
            <ac:spMk id="3" creationId="{533B0B8E-D827-41F8-BDE1-6F9141C91195}"/>
          </ac:spMkLst>
        </pc:spChg>
      </pc:sldChg>
      <pc:sldChg chg="addSp delSp modSp add mod">
        <pc:chgData name="Hejia Qiu" userId="11330c03-db52-4a21-b136-9dc8d2118c1f" providerId="ADAL" clId="{C506E7F1-9B02-4A79-A758-BD0CD26D5C37}" dt="2024-11-06T04:41:10.436" v="571" actId="1076"/>
        <pc:sldMkLst>
          <pc:docMk/>
          <pc:sldMk cId="2333432174" sldId="271"/>
        </pc:sldMkLst>
        <pc:spChg chg="del mod">
          <ac:chgData name="Hejia Qiu" userId="11330c03-db52-4a21-b136-9dc8d2118c1f" providerId="ADAL" clId="{C506E7F1-9B02-4A79-A758-BD0CD26D5C37}" dt="2024-11-06T04:33:56.733" v="501" actId="478"/>
          <ac:spMkLst>
            <pc:docMk/>
            <pc:sldMk cId="2333432174" sldId="271"/>
            <ac:spMk id="2" creationId="{E2120AE0-0C99-4263-881A-7154ACFE5BE1}"/>
          </ac:spMkLst>
        </pc:spChg>
        <pc:spChg chg="mod">
          <ac:chgData name="Hejia Qiu" userId="11330c03-db52-4a21-b136-9dc8d2118c1f" providerId="ADAL" clId="{C506E7F1-9B02-4A79-A758-BD0CD26D5C37}" dt="2024-11-06T04:41:09.028" v="570" actId="1076"/>
          <ac:spMkLst>
            <pc:docMk/>
            <pc:sldMk cId="2333432174" sldId="271"/>
            <ac:spMk id="3" creationId="{533B0B8E-D827-41F8-BDE1-6F9141C91195}"/>
          </ac:spMkLst>
        </pc:spChg>
        <pc:spChg chg="add del mod">
          <ac:chgData name="Hejia Qiu" userId="11330c03-db52-4a21-b136-9dc8d2118c1f" providerId="ADAL" clId="{C506E7F1-9B02-4A79-A758-BD0CD26D5C37}" dt="2024-11-06T04:33:58.471" v="502" actId="478"/>
          <ac:spMkLst>
            <pc:docMk/>
            <pc:sldMk cId="2333432174" sldId="271"/>
            <ac:spMk id="5" creationId="{D5693456-A2E3-4B61-A71A-B88336963EBA}"/>
          </ac:spMkLst>
        </pc:spChg>
        <pc:spChg chg="add mod">
          <ac:chgData name="Hejia Qiu" userId="11330c03-db52-4a21-b136-9dc8d2118c1f" providerId="ADAL" clId="{C506E7F1-9B02-4A79-A758-BD0CD26D5C37}" dt="2024-11-06T04:41:06.331" v="569" actId="255"/>
          <ac:spMkLst>
            <pc:docMk/>
            <pc:sldMk cId="2333432174" sldId="271"/>
            <ac:spMk id="7" creationId="{C84A3836-E637-47EA-BE06-D7CBB0BF10AF}"/>
          </ac:spMkLst>
        </pc:spChg>
        <pc:picChg chg="add mod">
          <ac:chgData name="Hejia Qiu" userId="11330c03-db52-4a21-b136-9dc8d2118c1f" providerId="ADAL" clId="{C506E7F1-9B02-4A79-A758-BD0CD26D5C37}" dt="2024-11-06T04:41:10.436" v="571" actId="1076"/>
          <ac:picMkLst>
            <pc:docMk/>
            <pc:sldMk cId="2333432174" sldId="271"/>
            <ac:picMk id="1026" creationId="{B0FB78EF-543C-41BF-AEAC-EC536C5DBFDA}"/>
          </ac:picMkLst>
        </pc:picChg>
      </pc:sldChg>
      <pc:sldChg chg="addSp delSp modSp new mod">
        <pc:chgData name="Hejia Qiu" userId="11330c03-db52-4a21-b136-9dc8d2118c1f" providerId="ADAL" clId="{C506E7F1-9B02-4A79-A758-BD0CD26D5C37}" dt="2024-11-06T04:40:04.954" v="560" actId="14100"/>
        <pc:sldMkLst>
          <pc:docMk/>
          <pc:sldMk cId="4116774998" sldId="272"/>
        </pc:sldMkLst>
        <pc:spChg chg="del">
          <ac:chgData name="Hejia Qiu" userId="11330c03-db52-4a21-b136-9dc8d2118c1f" providerId="ADAL" clId="{C506E7F1-9B02-4A79-A758-BD0CD26D5C37}" dt="2024-11-06T04:38:17.382" v="518" actId="478"/>
          <ac:spMkLst>
            <pc:docMk/>
            <pc:sldMk cId="4116774998" sldId="272"/>
            <ac:spMk id="2" creationId="{9ADEEA88-F621-4700-930E-FAFB275271F8}"/>
          </ac:spMkLst>
        </pc:spChg>
        <pc:spChg chg="mod">
          <ac:chgData name="Hejia Qiu" userId="11330c03-db52-4a21-b136-9dc8d2118c1f" providerId="ADAL" clId="{C506E7F1-9B02-4A79-A758-BD0CD26D5C37}" dt="2024-11-06T04:40:04.954" v="560" actId="14100"/>
          <ac:spMkLst>
            <pc:docMk/>
            <pc:sldMk cId="4116774998" sldId="272"/>
            <ac:spMk id="3" creationId="{542953D5-7DDC-4C31-8001-8F82033FE788}"/>
          </ac:spMkLst>
        </pc:spChg>
        <pc:spChg chg="add mod">
          <ac:chgData name="Hejia Qiu" userId="11330c03-db52-4a21-b136-9dc8d2118c1f" providerId="ADAL" clId="{C506E7F1-9B02-4A79-A758-BD0CD26D5C37}" dt="2024-11-06T04:39:18.259" v="534" actId="1076"/>
          <ac:spMkLst>
            <pc:docMk/>
            <pc:sldMk cId="4116774998" sldId="272"/>
            <ac:spMk id="4" creationId="{6B1333A6-F96D-4C46-909F-1B27EA69321F}"/>
          </ac:spMkLst>
        </pc:spChg>
      </pc:sldChg>
      <pc:sldChg chg="modSp add mod">
        <pc:chgData name="Hejia Qiu" userId="11330c03-db52-4a21-b136-9dc8d2118c1f" providerId="ADAL" clId="{C506E7F1-9B02-4A79-A758-BD0CD26D5C37}" dt="2024-11-06T04:39:47.759" v="557" actId="20577"/>
        <pc:sldMkLst>
          <pc:docMk/>
          <pc:sldMk cId="3753816015" sldId="273"/>
        </pc:sldMkLst>
        <pc:spChg chg="mod">
          <ac:chgData name="Hejia Qiu" userId="11330c03-db52-4a21-b136-9dc8d2118c1f" providerId="ADAL" clId="{C506E7F1-9B02-4A79-A758-BD0CD26D5C37}" dt="2024-11-06T04:39:47.759" v="557" actId="20577"/>
          <ac:spMkLst>
            <pc:docMk/>
            <pc:sldMk cId="3753816015" sldId="273"/>
            <ac:spMk id="3" creationId="{542953D5-7DDC-4C31-8001-8F82033FE788}"/>
          </ac:spMkLst>
        </pc:spChg>
      </pc:sldChg>
      <pc:sldChg chg="modSp add mod ord">
        <pc:chgData name="Hejia Qiu" userId="11330c03-db52-4a21-b136-9dc8d2118c1f" providerId="ADAL" clId="{C506E7F1-9B02-4A79-A758-BD0CD26D5C37}" dt="2024-11-06T04:43:46.058" v="598" actId="1076"/>
        <pc:sldMkLst>
          <pc:docMk/>
          <pc:sldMk cId="3760173192" sldId="274"/>
        </pc:sldMkLst>
        <pc:spChg chg="mod">
          <ac:chgData name="Hejia Qiu" userId="11330c03-db52-4a21-b136-9dc8d2118c1f" providerId="ADAL" clId="{C506E7F1-9B02-4A79-A758-BD0CD26D5C37}" dt="2024-11-06T04:43:46.058" v="598" actId="1076"/>
          <ac:spMkLst>
            <pc:docMk/>
            <pc:sldMk cId="3760173192" sldId="274"/>
            <ac:spMk id="3" creationId="{533B0B8E-D827-41F8-BDE1-6F9141C91195}"/>
          </ac:spMkLst>
        </pc:spChg>
        <pc:spChg chg="mod">
          <ac:chgData name="Hejia Qiu" userId="11330c03-db52-4a21-b136-9dc8d2118c1f" providerId="ADAL" clId="{C506E7F1-9B02-4A79-A758-BD0CD26D5C37}" dt="2024-11-06T04:42:21.099" v="588" actId="20577"/>
          <ac:spMkLst>
            <pc:docMk/>
            <pc:sldMk cId="3760173192" sldId="274"/>
            <ac:spMk id="7" creationId="{C84A3836-E637-47EA-BE06-D7CBB0BF10AF}"/>
          </ac:spMkLst>
        </pc:spChg>
      </pc:sldChg>
      <pc:sldChg chg="addSp delSp new mod">
        <pc:chgData name="Hejia Qiu" userId="11330c03-db52-4a21-b136-9dc8d2118c1f" providerId="ADAL" clId="{C506E7F1-9B02-4A79-A758-BD0CD26D5C37}" dt="2024-11-12T07:55:20.515" v="738" actId="22"/>
        <pc:sldMkLst>
          <pc:docMk/>
          <pc:sldMk cId="322394323" sldId="275"/>
        </pc:sldMkLst>
        <pc:spChg chg="del">
          <ac:chgData name="Hejia Qiu" userId="11330c03-db52-4a21-b136-9dc8d2118c1f" providerId="ADAL" clId="{C506E7F1-9B02-4A79-A758-BD0CD26D5C37}" dt="2024-11-12T07:55:19.425" v="737" actId="478"/>
          <ac:spMkLst>
            <pc:docMk/>
            <pc:sldMk cId="322394323" sldId="275"/>
            <ac:spMk id="2" creationId="{BC2809D7-C4A8-4C0B-8295-E559C26C88A1}"/>
          </ac:spMkLst>
        </pc:spChg>
        <pc:spChg chg="del">
          <ac:chgData name="Hejia Qiu" userId="11330c03-db52-4a21-b136-9dc8d2118c1f" providerId="ADAL" clId="{C506E7F1-9B02-4A79-A758-BD0CD26D5C37}" dt="2024-11-12T07:55:18.848" v="736" actId="478"/>
          <ac:spMkLst>
            <pc:docMk/>
            <pc:sldMk cId="322394323" sldId="275"/>
            <ac:spMk id="3" creationId="{291BD912-F0C7-4FFA-AF50-86C87DE5A80D}"/>
          </ac:spMkLst>
        </pc:spChg>
        <pc:picChg chg="add">
          <ac:chgData name="Hejia Qiu" userId="11330c03-db52-4a21-b136-9dc8d2118c1f" providerId="ADAL" clId="{C506E7F1-9B02-4A79-A758-BD0CD26D5C37}" dt="2024-11-12T07:55:20.515" v="738" actId="22"/>
          <ac:picMkLst>
            <pc:docMk/>
            <pc:sldMk cId="322394323" sldId="275"/>
            <ac:picMk id="5" creationId="{FB640417-27F0-47D6-A5C4-186BD6749DBB}"/>
          </ac:picMkLst>
        </pc:picChg>
      </pc:sldChg>
      <pc:sldChg chg="addSp delSp new mod">
        <pc:chgData name="Hejia Qiu" userId="11330c03-db52-4a21-b136-9dc8d2118c1f" providerId="ADAL" clId="{C506E7F1-9B02-4A79-A758-BD0CD26D5C37}" dt="2024-11-12T07:56:24.633" v="742" actId="22"/>
        <pc:sldMkLst>
          <pc:docMk/>
          <pc:sldMk cId="3387057456" sldId="276"/>
        </pc:sldMkLst>
        <pc:spChg chg="del">
          <ac:chgData name="Hejia Qiu" userId="11330c03-db52-4a21-b136-9dc8d2118c1f" providerId="ADAL" clId="{C506E7F1-9B02-4A79-A758-BD0CD26D5C37}" dt="2024-11-12T07:56:13.132" v="741" actId="478"/>
          <ac:spMkLst>
            <pc:docMk/>
            <pc:sldMk cId="3387057456" sldId="276"/>
            <ac:spMk id="2" creationId="{9BE57E79-9737-4711-B48F-1279D0B6475D}"/>
          </ac:spMkLst>
        </pc:spChg>
        <pc:spChg chg="del">
          <ac:chgData name="Hejia Qiu" userId="11330c03-db52-4a21-b136-9dc8d2118c1f" providerId="ADAL" clId="{C506E7F1-9B02-4A79-A758-BD0CD26D5C37}" dt="2024-11-12T07:56:12.642" v="740" actId="478"/>
          <ac:spMkLst>
            <pc:docMk/>
            <pc:sldMk cId="3387057456" sldId="276"/>
            <ac:spMk id="3" creationId="{1578CB99-8649-409B-A9FE-89ABA774970D}"/>
          </ac:spMkLst>
        </pc:spChg>
        <pc:picChg chg="add">
          <ac:chgData name="Hejia Qiu" userId="11330c03-db52-4a21-b136-9dc8d2118c1f" providerId="ADAL" clId="{C506E7F1-9B02-4A79-A758-BD0CD26D5C37}" dt="2024-11-12T07:56:24.633" v="742" actId="22"/>
          <ac:picMkLst>
            <pc:docMk/>
            <pc:sldMk cId="3387057456" sldId="276"/>
            <ac:picMk id="5" creationId="{4D2B989B-A9FC-4C8E-94F4-E89938F8F970}"/>
          </ac:picMkLst>
        </pc:picChg>
      </pc:sldChg>
    </pc:docChg>
  </pc:docChgLst>
  <pc:docChgLst>
    <pc:chgData name="Hejia Qiu" userId="11330c03-db52-4a21-b136-9dc8d2118c1f" providerId="ADAL" clId="{701DF4DE-A29F-48C4-8675-4F43D7B2F27D}"/>
    <pc:docChg chg="custSel addSld delSld modSld">
      <pc:chgData name="Hejia Qiu" userId="11330c03-db52-4a21-b136-9dc8d2118c1f" providerId="ADAL" clId="{701DF4DE-A29F-48C4-8675-4F43D7B2F27D}" dt="2024-11-05T11:15:15.596" v="225" actId="14100"/>
      <pc:docMkLst>
        <pc:docMk/>
      </pc:docMkLst>
      <pc:sldChg chg="modSp mod">
        <pc:chgData name="Hejia Qiu" userId="11330c03-db52-4a21-b136-9dc8d2118c1f" providerId="ADAL" clId="{701DF4DE-A29F-48C4-8675-4F43D7B2F27D}" dt="2024-11-05T11:03:37.785" v="2" actId="20577"/>
        <pc:sldMkLst>
          <pc:docMk/>
          <pc:sldMk cId="4090767364" sldId="256"/>
        </pc:sldMkLst>
        <pc:spChg chg="mod">
          <ac:chgData name="Hejia Qiu" userId="11330c03-db52-4a21-b136-9dc8d2118c1f" providerId="ADAL" clId="{701DF4DE-A29F-48C4-8675-4F43D7B2F27D}" dt="2024-11-05T11:03:37.785" v="2" actId="20577"/>
          <ac:spMkLst>
            <pc:docMk/>
            <pc:sldMk cId="4090767364" sldId="256"/>
            <ac:spMk id="3" creationId="{C84021D8-65CF-4934-8D6B-0829E387CC11}"/>
          </ac:spMkLst>
        </pc:spChg>
      </pc:sldChg>
      <pc:sldChg chg="modSp mod">
        <pc:chgData name="Hejia Qiu" userId="11330c03-db52-4a21-b136-9dc8d2118c1f" providerId="ADAL" clId="{701DF4DE-A29F-48C4-8675-4F43D7B2F27D}" dt="2024-11-05T11:03:57.186" v="19" actId="20577"/>
        <pc:sldMkLst>
          <pc:docMk/>
          <pc:sldMk cId="2230975165" sldId="257"/>
        </pc:sldMkLst>
        <pc:spChg chg="mod">
          <ac:chgData name="Hejia Qiu" userId="11330c03-db52-4a21-b136-9dc8d2118c1f" providerId="ADAL" clId="{701DF4DE-A29F-48C4-8675-4F43D7B2F27D}" dt="2024-11-05T11:03:57.186" v="19" actId="20577"/>
          <ac:spMkLst>
            <pc:docMk/>
            <pc:sldMk cId="2230975165" sldId="257"/>
            <ac:spMk id="3" creationId="{4F9FE8C2-43DB-476D-AB24-F67A8FA1494A}"/>
          </ac:spMkLst>
        </pc:spChg>
      </pc:sldChg>
      <pc:sldChg chg="modSp mod">
        <pc:chgData name="Hejia Qiu" userId="11330c03-db52-4a21-b136-9dc8d2118c1f" providerId="ADAL" clId="{701DF4DE-A29F-48C4-8675-4F43D7B2F27D}" dt="2024-11-05T11:07:25.377" v="82" actId="20577"/>
        <pc:sldMkLst>
          <pc:docMk/>
          <pc:sldMk cId="3070682998" sldId="258"/>
        </pc:sldMkLst>
        <pc:spChg chg="mod">
          <ac:chgData name="Hejia Qiu" userId="11330c03-db52-4a21-b136-9dc8d2118c1f" providerId="ADAL" clId="{701DF4DE-A29F-48C4-8675-4F43D7B2F27D}" dt="2024-11-05T11:07:25.377" v="82" actId="20577"/>
          <ac:spMkLst>
            <pc:docMk/>
            <pc:sldMk cId="3070682998" sldId="258"/>
            <ac:spMk id="3" creationId="{D1757C09-984E-4639-AD9A-F70AED7CC054}"/>
          </ac:spMkLst>
        </pc:spChg>
      </pc:sldChg>
      <pc:sldChg chg="modSp mod">
        <pc:chgData name="Hejia Qiu" userId="11330c03-db52-4a21-b136-9dc8d2118c1f" providerId="ADAL" clId="{701DF4DE-A29F-48C4-8675-4F43D7B2F27D}" dt="2024-11-05T11:12:53.537" v="190" actId="20577"/>
        <pc:sldMkLst>
          <pc:docMk/>
          <pc:sldMk cId="3208578526" sldId="259"/>
        </pc:sldMkLst>
        <pc:graphicFrameChg chg="modGraphic">
          <ac:chgData name="Hejia Qiu" userId="11330c03-db52-4a21-b136-9dc8d2118c1f" providerId="ADAL" clId="{701DF4DE-A29F-48C4-8675-4F43D7B2F27D}" dt="2024-11-05T11:12:53.537" v="190" actId="20577"/>
          <ac:graphicFrameMkLst>
            <pc:docMk/>
            <pc:sldMk cId="3208578526" sldId="259"/>
            <ac:graphicFrameMk id="4" creationId="{81C07537-6613-4A81-90DF-80996E4516AE}"/>
          </ac:graphicFrameMkLst>
        </pc:graphicFrameChg>
      </pc:sldChg>
      <pc:sldChg chg="delSp modSp mod">
        <pc:chgData name="Hejia Qiu" userId="11330c03-db52-4a21-b136-9dc8d2118c1f" providerId="ADAL" clId="{701DF4DE-A29F-48C4-8675-4F43D7B2F27D}" dt="2024-11-05T11:10:22.070" v="157" actId="20577"/>
        <pc:sldMkLst>
          <pc:docMk/>
          <pc:sldMk cId="3466371568" sldId="260"/>
        </pc:sldMkLst>
        <pc:spChg chg="mod">
          <ac:chgData name="Hejia Qiu" userId="11330c03-db52-4a21-b136-9dc8d2118c1f" providerId="ADAL" clId="{701DF4DE-A29F-48C4-8675-4F43D7B2F27D}" dt="2024-11-05T11:10:22.070" v="157" actId="20577"/>
          <ac:spMkLst>
            <pc:docMk/>
            <pc:sldMk cId="3466371568" sldId="260"/>
            <ac:spMk id="2" creationId="{E8363506-435D-405D-AA50-7182FE5ED318}"/>
          </ac:spMkLst>
        </pc:spChg>
        <pc:spChg chg="mod">
          <ac:chgData name="Hejia Qiu" userId="11330c03-db52-4a21-b136-9dc8d2118c1f" providerId="ADAL" clId="{701DF4DE-A29F-48C4-8675-4F43D7B2F27D}" dt="2024-11-05T11:07:38.246" v="85" actId="20577"/>
          <ac:spMkLst>
            <pc:docMk/>
            <pc:sldMk cId="3466371568" sldId="260"/>
            <ac:spMk id="3" creationId="{D1757C09-984E-4639-AD9A-F70AED7CC054}"/>
          </ac:spMkLst>
        </pc:spChg>
        <pc:graphicFrameChg chg="del">
          <ac:chgData name="Hejia Qiu" userId="11330c03-db52-4a21-b136-9dc8d2118c1f" providerId="ADAL" clId="{701DF4DE-A29F-48C4-8675-4F43D7B2F27D}" dt="2024-11-05T11:07:07.843" v="76" actId="478"/>
          <ac:graphicFrameMkLst>
            <pc:docMk/>
            <pc:sldMk cId="3466371568" sldId="260"/>
            <ac:graphicFrameMk id="5" creationId="{E66F7B56-D903-4142-B84F-9D0A6B24C00B}"/>
          </ac:graphicFrameMkLst>
        </pc:graphicFrameChg>
      </pc:sldChg>
      <pc:sldChg chg="modSp mod">
        <pc:chgData name="Hejia Qiu" userId="11330c03-db52-4a21-b136-9dc8d2118c1f" providerId="ADAL" clId="{701DF4DE-A29F-48C4-8675-4F43D7B2F27D}" dt="2024-11-05T11:10:30.726" v="158" actId="20577"/>
        <pc:sldMkLst>
          <pc:docMk/>
          <pc:sldMk cId="1893553810" sldId="261"/>
        </pc:sldMkLst>
        <pc:spChg chg="mod">
          <ac:chgData name="Hejia Qiu" userId="11330c03-db52-4a21-b136-9dc8d2118c1f" providerId="ADAL" clId="{701DF4DE-A29F-48C4-8675-4F43D7B2F27D}" dt="2024-11-05T11:10:09.523" v="156" actId="20577"/>
          <ac:spMkLst>
            <pc:docMk/>
            <pc:sldMk cId="1893553810" sldId="261"/>
            <ac:spMk id="2" creationId="{E8363506-435D-405D-AA50-7182FE5ED318}"/>
          </ac:spMkLst>
        </pc:spChg>
        <pc:spChg chg="mod">
          <ac:chgData name="Hejia Qiu" userId="11330c03-db52-4a21-b136-9dc8d2118c1f" providerId="ADAL" clId="{701DF4DE-A29F-48C4-8675-4F43D7B2F27D}" dt="2024-11-05T11:10:30.726" v="158" actId="20577"/>
          <ac:spMkLst>
            <pc:docMk/>
            <pc:sldMk cId="1893553810" sldId="261"/>
            <ac:spMk id="3" creationId="{D1757C09-984E-4639-AD9A-F70AED7CC054}"/>
          </ac:spMkLst>
        </pc:spChg>
      </pc:sldChg>
      <pc:sldChg chg="modSp del mod">
        <pc:chgData name="Hejia Qiu" userId="11330c03-db52-4a21-b136-9dc8d2118c1f" providerId="ADAL" clId="{701DF4DE-A29F-48C4-8675-4F43D7B2F27D}" dt="2024-11-05T11:13:44.794" v="194" actId="47"/>
        <pc:sldMkLst>
          <pc:docMk/>
          <pc:sldMk cId="3452095682" sldId="262"/>
        </pc:sldMkLst>
        <pc:graphicFrameChg chg="modGraphic">
          <ac:chgData name="Hejia Qiu" userId="11330c03-db52-4a21-b136-9dc8d2118c1f" providerId="ADAL" clId="{701DF4DE-A29F-48C4-8675-4F43D7B2F27D}" dt="2024-11-05T11:13:16.505" v="193" actId="20577"/>
          <ac:graphicFrameMkLst>
            <pc:docMk/>
            <pc:sldMk cId="3452095682" sldId="262"/>
            <ac:graphicFrameMk id="4" creationId="{D08CB3F6-D80C-4F04-AC9F-B7319BA68879}"/>
          </ac:graphicFrameMkLst>
        </pc:graphicFrameChg>
      </pc:sldChg>
      <pc:sldChg chg="del">
        <pc:chgData name="Hejia Qiu" userId="11330c03-db52-4a21-b136-9dc8d2118c1f" providerId="ADAL" clId="{701DF4DE-A29F-48C4-8675-4F43D7B2F27D}" dt="2024-11-05T11:13:58.609" v="195" actId="47"/>
        <pc:sldMkLst>
          <pc:docMk/>
          <pc:sldMk cId="2223540897" sldId="263"/>
        </pc:sldMkLst>
      </pc:sldChg>
      <pc:sldChg chg="del">
        <pc:chgData name="Hejia Qiu" userId="11330c03-db52-4a21-b136-9dc8d2118c1f" providerId="ADAL" clId="{701DF4DE-A29F-48C4-8675-4F43D7B2F27D}" dt="2024-11-05T11:13:59.714" v="196" actId="47"/>
        <pc:sldMkLst>
          <pc:docMk/>
          <pc:sldMk cId="3773065776" sldId="264"/>
        </pc:sldMkLst>
      </pc:sldChg>
      <pc:sldChg chg="modSp mod">
        <pc:chgData name="Hejia Qiu" userId="11330c03-db52-4a21-b136-9dc8d2118c1f" providerId="ADAL" clId="{701DF4DE-A29F-48C4-8675-4F43D7B2F27D}" dt="2024-11-05T11:14:48.152" v="217" actId="20577"/>
        <pc:sldMkLst>
          <pc:docMk/>
          <pc:sldMk cId="47687932" sldId="265"/>
        </pc:sldMkLst>
        <pc:spChg chg="mod">
          <ac:chgData name="Hejia Qiu" userId="11330c03-db52-4a21-b136-9dc8d2118c1f" providerId="ADAL" clId="{701DF4DE-A29F-48C4-8675-4F43D7B2F27D}" dt="2024-11-05T11:14:18.176" v="208" actId="20577"/>
          <ac:spMkLst>
            <pc:docMk/>
            <pc:sldMk cId="47687932" sldId="265"/>
            <ac:spMk id="2" creationId="{60C34774-0F16-4F3E-93B3-9A20567629F7}"/>
          </ac:spMkLst>
        </pc:spChg>
        <pc:spChg chg="mod">
          <ac:chgData name="Hejia Qiu" userId="11330c03-db52-4a21-b136-9dc8d2118c1f" providerId="ADAL" clId="{701DF4DE-A29F-48C4-8675-4F43D7B2F27D}" dt="2024-11-05T11:14:48.152" v="217" actId="20577"/>
          <ac:spMkLst>
            <pc:docMk/>
            <pc:sldMk cId="47687932" sldId="265"/>
            <ac:spMk id="3" creationId="{A32B3363-383C-493D-BE63-EE5EA80B3718}"/>
          </ac:spMkLst>
        </pc:spChg>
      </pc:sldChg>
      <pc:sldChg chg="modSp mod">
        <pc:chgData name="Hejia Qiu" userId="11330c03-db52-4a21-b136-9dc8d2118c1f" providerId="ADAL" clId="{701DF4DE-A29F-48C4-8675-4F43D7B2F27D}" dt="2024-11-05T11:15:15.596" v="225" actId="14100"/>
        <pc:sldMkLst>
          <pc:docMk/>
          <pc:sldMk cId="2763248570" sldId="266"/>
        </pc:sldMkLst>
        <pc:spChg chg="mod">
          <ac:chgData name="Hejia Qiu" userId="11330c03-db52-4a21-b136-9dc8d2118c1f" providerId="ADAL" clId="{701DF4DE-A29F-48C4-8675-4F43D7B2F27D}" dt="2024-11-05T11:15:15.596" v="225" actId="14100"/>
          <ac:spMkLst>
            <pc:docMk/>
            <pc:sldMk cId="2763248570" sldId="266"/>
            <ac:spMk id="3" creationId="{A32B3363-383C-493D-BE63-EE5EA80B3718}"/>
          </ac:spMkLst>
        </pc:spChg>
      </pc:sldChg>
      <pc:sldChg chg="addSp delSp modSp new mod">
        <pc:chgData name="Hejia Qiu" userId="11330c03-db52-4a21-b136-9dc8d2118c1f" providerId="ADAL" clId="{701DF4DE-A29F-48C4-8675-4F43D7B2F27D}" dt="2024-11-05T11:12:39.703" v="186" actId="20577"/>
        <pc:sldMkLst>
          <pc:docMk/>
          <pc:sldMk cId="791103290" sldId="267"/>
        </pc:sldMkLst>
        <pc:spChg chg="del">
          <ac:chgData name="Hejia Qiu" userId="11330c03-db52-4a21-b136-9dc8d2118c1f" providerId="ADAL" clId="{701DF4DE-A29F-48C4-8675-4F43D7B2F27D}" dt="2024-11-05T11:07:54.719" v="87" actId="478"/>
          <ac:spMkLst>
            <pc:docMk/>
            <pc:sldMk cId="791103290" sldId="267"/>
            <ac:spMk id="2" creationId="{5CD8567C-170D-46B4-8CC6-354900A8E78C}"/>
          </ac:spMkLst>
        </pc:spChg>
        <pc:spChg chg="del">
          <ac:chgData name="Hejia Qiu" userId="11330c03-db52-4a21-b136-9dc8d2118c1f" providerId="ADAL" clId="{701DF4DE-A29F-48C4-8675-4F43D7B2F27D}" dt="2024-11-05T11:07:55.553" v="88" actId="478"/>
          <ac:spMkLst>
            <pc:docMk/>
            <pc:sldMk cId="791103290" sldId="267"/>
            <ac:spMk id="3" creationId="{4D924E0F-E6CB-47C2-8828-5E16E71022E9}"/>
          </ac:spMkLst>
        </pc:spChg>
        <pc:graphicFrameChg chg="add mod modGraphic">
          <ac:chgData name="Hejia Qiu" userId="11330c03-db52-4a21-b136-9dc8d2118c1f" providerId="ADAL" clId="{701DF4DE-A29F-48C4-8675-4F43D7B2F27D}" dt="2024-11-05T11:12:39.703" v="186" actId="20577"/>
          <ac:graphicFrameMkLst>
            <pc:docMk/>
            <pc:sldMk cId="791103290" sldId="267"/>
            <ac:graphicFrameMk id="4" creationId="{2C225BD0-3B48-4585-935F-368FE40C5189}"/>
          </ac:graphicFrameMkLst>
        </pc:graphicFrameChg>
      </pc:sldChg>
      <pc:sldChg chg="addSp delSp modSp new mod">
        <pc:chgData name="Hejia Qiu" userId="11330c03-db52-4a21-b136-9dc8d2118c1f" providerId="ADAL" clId="{701DF4DE-A29F-48C4-8675-4F43D7B2F27D}" dt="2024-11-05T11:12:28.467" v="184" actId="20577"/>
        <pc:sldMkLst>
          <pc:docMk/>
          <pc:sldMk cId="3991610851" sldId="268"/>
        </pc:sldMkLst>
        <pc:spChg chg="del">
          <ac:chgData name="Hejia Qiu" userId="11330c03-db52-4a21-b136-9dc8d2118c1f" providerId="ADAL" clId="{701DF4DE-A29F-48C4-8675-4F43D7B2F27D}" dt="2024-11-05T11:10:43.104" v="161" actId="478"/>
          <ac:spMkLst>
            <pc:docMk/>
            <pc:sldMk cId="3991610851" sldId="268"/>
            <ac:spMk id="2" creationId="{032C3117-AAB7-41DF-8CD5-3EC4FBB9B7D0}"/>
          </ac:spMkLst>
        </pc:spChg>
        <pc:spChg chg="del">
          <ac:chgData name="Hejia Qiu" userId="11330c03-db52-4a21-b136-9dc8d2118c1f" providerId="ADAL" clId="{701DF4DE-A29F-48C4-8675-4F43D7B2F27D}" dt="2024-11-05T11:10:41.506" v="160" actId="478"/>
          <ac:spMkLst>
            <pc:docMk/>
            <pc:sldMk cId="3991610851" sldId="268"/>
            <ac:spMk id="3" creationId="{F16EE193-E2F9-4970-901B-8A27A884CFD3}"/>
          </ac:spMkLst>
        </pc:spChg>
        <pc:graphicFrameChg chg="add mod modGraphic">
          <ac:chgData name="Hejia Qiu" userId="11330c03-db52-4a21-b136-9dc8d2118c1f" providerId="ADAL" clId="{701DF4DE-A29F-48C4-8675-4F43D7B2F27D}" dt="2024-11-05T11:12:28.467" v="184" actId="20577"/>
          <ac:graphicFrameMkLst>
            <pc:docMk/>
            <pc:sldMk cId="3991610851" sldId="268"/>
            <ac:graphicFrameMk id="4" creationId="{65E97BF7-120C-41B9-A2F3-C4BEC47DC3BD}"/>
          </ac:graphicFrameMkLst>
        </pc:graphicFrameChg>
      </pc:sldChg>
    </pc:docChg>
  </pc:docChgLst>
  <pc:docChgLst>
    <pc:chgData name="Hejia Qiu" userId="11330c03-db52-4a21-b136-9dc8d2118c1f" providerId="ADAL" clId="{D7A160F5-0E60-D54F-8BB8-9DB0BDACF994}"/>
    <pc:docChg chg="undo custSel addSld modSld sldOrd">
      <pc:chgData name="Hejia Qiu" userId="11330c03-db52-4a21-b136-9dc8d2118c1f" providerId="ADAL" clId="{D7A160F5-0E60-D54F-8BB8-9DB0BDACF994}" dt="2024-11-19T14:48:57.443" v="46" actId="1076"/>
      <pc:docMkLst>
        <pc:docMk/>
      </pc:docMkLst>
      <pc:sldChg chg="delSp modSp add mod ord">
        <pc:chgData name="Hejia Qiu" userId="11330c03-db52-4a21-b136-9dc8d2118c1f" providerId="ADAL" clId="{D7A160F5-0E60-D54F-8BB8-9DB0BDACF994}" dt="2024-11-19T14:48:57.443" v="46" actId="1076"/>
        <pc:sldMkLst>
          <pc:docMk/>
          <pc:sldMk cId="3849185248" sldId="277"/>
        </pc:sldMkLst>
        <pc:spChg chg="mod">
          <ac:chgData name="Hejia Qiu" userId="11330c03-db52-4a21-b136-9dc8d2118c1f" providerId="ADAL" clId="{D7A160F5-0E60-D54F-8BB8-9DB0BDACF994}" dt="2024-11-19T14:48:57.443" v="46" actId="1076"/>
          <ac:spMkLst>
            <pc:docMk/>
            <pc:sldMk cId="3849185248" sldId="277"/>
            <ac:spMk id="2" creationId="{E8363506-435D-405D-AA50-7182FE5ED318}"/>
          </ac:spMkLst>
        </pc:spChg>
        <pc:spChg chg="mod">
          <ac:chgData name="Hejia Qiu" userId="11330c03-db52-4a21-b136-9dc8d2118c1f" providerId="ADAL" clId="{D7A160F5-0E60-D54F-8BB8-9DB0BDACF994}" dt="2024-11-19T14:48:54.539" v="45" actId="1076"/>
          <ac:spMkLst>
            <pc:docMk/>
            <pc:sldMk cId="3849185248" sldId="277"/>
            <ac:spMk id="3" creationId="{D1757C09-984E-4639-AD9A-F70AED7CC054}"/>
          </ac:spMkLst>
        </pc:spChg>
        <pc:graphicFrameChg chg="del modGraphic">
          <ac:chgData name="Hejia Qiu" userId="11330c03-db52-4a21-b136-9dc8d2118c1f" providerId="ADAL" clId="{D7A160F5-0E60-D54F-8BB8-9DB0BDACF994}" dt="2024-11-19T14:47:39.177" v="12" actId="478"/>
          <ac:graphicFrameMkLst>
            <pc:docMk/>
            <pc:sldMk cId="3849185248" sldId="277"/>
            <ac:graphicFrameMk id="4" creationId="{8E7DE3BA-3E93-435E-843C-3355AD785529}"/>
          </ac:graphicFrameMkLst>
        </pc:graphicFrameChg>
      </pc:sldChg>
    </pc:docChg>
  </pc:docChgLst>
  <pc:docChgLst>
    <pc:chgData name="Hejia Qiu" userId="11330c03-db52-4a21-b136-9dc8d2118c1f" providerId="ADAL" clId="{207FE2C3-0586-4544-8931-D7D73923AEB0}"/>
    <pc:docChg chg="undo custSel addSld modSld sldOrd">
      <pc:chgData name="Hejia Qiu" userId="11330c03-db52-4a21-b136-9dc8d2118c1f" providerId="ADAL" clId="{207FE2C3-0586-4544-8931-D7D73923AEB0}" dt="2025-09-01T09:03:09.211" v="26"/>
      <pc:docMkLst>
        <pc:docMk/>
      </pc:docMkLst>
      <pc:sldChg chg="modSp mod">
        <pc:chgData name="Hejia Qiu" userId="11330c03-db52-4a21-b136-9dc8d2118c1f" providerId="ADAL" clId="{207FE2C3-0586-4544-8931-D7D73923AEB0}" dt="2025-09-01T08:57:23.442" v="1" actId="20577"/>
        <pc:sldMkLst>
          <pc:docMk/>
          <pc:sldMk cId="4090767364" sldId="256"/>
        </pc:sldMkLst>
        <pc:spChg chg="mod">
          <ac:chgData name="Hejia Qiu" userId="11330c03-db52-4a21-b136-9dc8d2118c1f" providerId="ADAL" clId="{207FE2C3-0586-4544-8931-D7D73923AEB0}" dt="2025-09-01T08:57:23.442" v="1" actId="20577"/>
          <ac:spMkLst>
            <pc:docMk/>
            <pc:sldMk cId="4090767364" sldId="256"/>
            <ac:spMk id="2" creationId="{840A492D-B58B-4FA1-982B-A5B7DA6E255F}"/>
          </ac:spMkLst>
        </pc:spChg>
      </pc:sldChg>
      <pc:sldChg chg="modSp mod">
        <pc:chgData name="Hejia Qiu" userId="11330c03-db52-4a21-b136-9dc8d2118c1f" providerId="ADAL" clId="{207FE2C3-0586-4544-8931-D7D73923AEB0}" dt="2025-09-01T08:58:22.760" v="15" actId="20577"/>
        <pc:sldMkLst>
          <pc:docMk/>
          <pc:sldMk cId="2230975165" sldId="257"/>
        </pc:sldMkLst>
        <pc:spChg chg="mod">
          <ac:chgData name="Hejia Qiu" userId="11330c03-db52-4a21-b136-9dc8d2118c1f" providerId="ADAL" clId="{207FE2C3-0586-4544-8931-D7D73923AEB0}" dt="2025-09-01T08:58:22.760" v="15" actId="20577"/>
          <ac:spMkLst>
            <pc:docMk/>
            <pc:sldMk cId="2230975165" sldId="257"/>
            <ac:spMk id="2" creationId="{881D5F39-A8FF-4BD6-852B-0D81A8CA2075}"/>
          </ac:spMkLst>
        </pc:spChg>
      </pc:sldChg>
      <pc:sldChg chg="modSp mod">
        <pc:chgData name="Hejia Qiu" userId="11330c03-db52-4a21-b136-9dc8d2118c1f" providerId="ADAL" clId="{207FE2C3-0586-4544-8931-D7D73923AEB0}" dt="2025-09-01T08:58:45.389" v="17" actId="20577"/>
        <pc:sldMkLst>
          <pc:docMk/>
          <pc:sldMk cId="3070682998" sldId="258"/>
        </pc:sldMkLst>
        <pc:spChg chg="mod">
          <ac:chgData name="Hejia Qiu" userId="11330c03-db52-4a21-b136-9dc8d2118c1f" providerId="ADAL" clId="{207FE2C3-0586-4544-8931-D7D73923AEB0}" dt="2025-09-01T08:58:45.389" v="17" actId="20577"/>
          <ac:spMkLst>
            <pc:docMk/>
            <pc:sldMk cId="3070682998" sldId="258"/>
            <ac:spMk id="2" creationId="{E8363506-435D-405D-AA50-7182FE5ED318}"/>
          </ac:spMkLst>
        </pc:spChg>
      </pc:sldChg>
      <pc:sldChg chg="modSp mod">
        <pc:chgData name="Hejia Qiu" userId="11330c03-db52-4a21-b136-9dc8d2118c1f" providerId="ADAL" clId="{207FE2C3-0586-4544-8931-D7D73923AEB0}" dt="2025-09-01T08:58:52.774" v="18" actId="20577"/>
        <pc:sldMkLst>
          <pc:docMk/>
          <pc:sldMk cId="3208578526" sldId="259"/>
        </pc:sldMkLst>
        <pc:spChg chg="mod">
          <ac:chgData name="Hejia Qiu" userId="11330c03-db52-4a21-b136-9dc8d2118c1f" providerId="ADAL" clId="{207FE2C3-0586-4544-8931-D7D73923AEB0}" dt="2025-09-01T08:58:52.774" v="18" actId="20577"/>
          <ac:spMkLst>
            <pc:docMk/>
            <pc:sldMk cId="3208578526" sldId="259"/>
            <ac:spMk id="2" creationId="{E8363506-435D-405D-AA50-7182FE5ED318}"/>
          </ac:spMkLst>
        </pc:spChg>
      </pc:sldChg>
      <pc:sldChg chg="modSp mod">
        <pc:chgData name="Hejia Qiu" userId="11330c03-db52-4a21-b136-9dc8d2118c1f" providerId="ADAL" clId="{207FE2C3-0586-4544-8931-D7D73923AEB0}" dt="2025-09-01T08:58:57.071" v="19" actId="20577"/>
        <pc:sldMkLst>
          <pc:docMk/>
          <pc:sldMk cId="3466371568" sldId="260"/>
        </pc:sldMkLst>
        <pc:spChg chg="mod">
          <ac:chgData name="Hejia Qiu" userId="11330c03-db52-4a21-b136-9dc8d2118c1f" providerId="ADAL" clId="{207FE2C3-0586-4544-8931-D7D73923AEB0}" dt="2025-09-01T08:58:57.071" v="19" actId="20577"/>
          <ac:spMkLst>
            <pc:docMk/>
            <pc:sldMk cId="3466371568" sldId="260"/>
            <ac:spMk id="2" creationId="{E8363506-435D-405D-AA50-7182FE5ED318}"/>
          </ac:spMkLst>
        </pc:spChg>
      </pc:sldChg>
      <pc:sldChg chg="modSp mod">
        <pc:chgData name="Hejia Qiu" userId="11330c03-db52-4a21-b136-9dc8d2118c1f" providerId="ADAL" clId="{207FE2C3-0586-4544-8931-D7D73923AEB0}" dt="2025-09-01T08:59:01.883" v="20" actId="20577"/>
        <pc:sldMkLst>
          <pc:docMk/>
          <pc:sldMk cId="1893553810" sldId="261"/>
        </pc:sldMkLst>
        <pc:spChg chg="mod">
          <ac:chgData name="Hejia Qiu" userId="11330c03-db52-4a21-b136-9dc8d2118c1f" providerId="ADAL" clId="{207FE2C3-0586-4544-8931-D7D73923AEB0}" dt="2025-09-01T08:59:01.883" v="20" actId="20577"/>
          <ac:spMkLst>
            <pc:docMk/>
            <pc:sldMk cId="1893553810" sldId="261"/>
            <ac:spMk id="2" creationId="{E8363506-435D-405D-AA50-7182FE5ED318}"/>
          </ac:spMkLst>
        </pc:spChg>
      </pc:sldChg>
      <pc:sldChg chg="modSp mod">
        <pc:chgData name="Hejia Qiu" userId="11330c03-db52-4a21-b136-9dc8d2118c1f" providerId="ADAL" clId="{207FE2C3-0586-4544-8931-D7D73923AEB0}" dt="2025-09-01T08:58:29.866" v="16" actId="20577"/>
        <pc:sldMkLst>
          <pc:docMk/>
          <pc:sldMk cId="2075402892" sldId="270"/>
        </pc:sldMkLst>
        <pc:spChg chg="mod">
          <ac:chgData name="Hejia Qiu" userId="11330c03-db52-4a21-b136-9dc8d2118c1f" providerId="ADAL" clId="{207FE2C3-0586-4544-8931-D7D73923AEB0}" dt="2025-09-01T08:58:29.866" v="16" actId="20577"/>
          <ac:spMkLst>
            <pc:docMk/>
            <pc:sldMk cId="2075402892" sldId="270"/>
            <ac:spMk id="2" creationId="{E2120AE0-0C99-4263-881A-7154ACFE5BE1}"/>
          </ac:spMkLst>
        </pc:spChg>
      </pc:sldChg>
      <pc:sldChg chg="modSp add mod ord">
        <pc:chgData name="Hejia Qiu" userId="11330c03-db52-4a21-b136-9dc8d2118c1f" providerId="ADAL" clId="{207FE2C3-0586-4544-8931-D7D73923AEB0}" dt="2025-09-01T08:57:38.869" v="5" actId="20577"/>
        <pc:sldMkLst>
          <pc:docMk/>
          <pc:sldMk cId="3589992701" sldId="278"/>
        </pc:sldMkLst>
        <pc:spChg chg="mod">
          <ac:chgData name="Hejia Qiu" userId="11330c03-db52-4a21-b136-9dc8d2118c1f" providerId="ADAL" clId="{207FE2C3-0586-4544-8931-D7D73923AEB0}" dt="2025-09-01T08:57:38.869" v="5" actId="20577"/>
          <ac:spMkLst>
            <pc:docMk/>
            <pc:sldMk cId="3589992701" sldId="278"/>
            <ac:spMk id="2" creationId="{0ADE4E62-524F-439C-9CE3-958594ED6425}"/>
          </ac:spMkLst>
        </pc:spChg>
      </pc:sldChg>
      <pc:sldChg chg="modSp add mod">
        <pc:chgData name="Hejia Qiu" userId="11330c03-db52-4a21-b136-9dc8d2118c1f" providerId="ADAL" clId="{207FE2C3-0586-4544-8931-D7D73923AEB0}" dt="2025-09-01T09:03:09.211" v="26"/>
        <pc:sldMkLst>
          <pc:docMk/>
          <pc:sldMk cId="1960909022" sldId="279"/>
        </pc:sldMkLst>
        <pc:spChg chg="mod">
          <ac:chgData name="Hejia Qiu" userId="11330c03-db52-4a21-b136-9dc8d2118c1f" providerId="ADAL" clId="{207FE2C3-0586-4544-8931-D7D73923AEB0}" dt="2025-09-01T09:03:09.211" v="26"/>
          <ac:spMkLst>
            <pc:docMk/>
            <pc:sldMk cId="1960909022" sldId="279"/>
            <ac:spMk id="3" creationId="{65FA8748-79D5-4A1F-99B4-8A5F4D8D4F25}"/>
          </ac:spMkLst>
        </pc:spChg>
      </pc:sldChg>
    </pc:docChg>
  </pc:docChgLst>
  <pc:docChgLst>
    <pc:chgData name="Hejia Qiu" userId="11330c03-db52-4a21-b136-9dc8d2118c1f" providerId="ADAL" clId="{CB04148E-2C1B-4705-8B56-B4BA7C9DA4BD}"/>
    <pc:docChg chg="custSel addSld modSld">
      <pc:chgData name="Hejia Qiu" userId="11330c03-db52-4a21-b136-9dc8d2118c1f" providerId="ADAL" clId="{CB04148E-2C1B-4705-8B56-B4BA7C9DA4BD}" dt="2025-10-15T09:23:57.327" v="507" actId="20577"/>
      <pc:docMkLst>
        <pc:docMk/>
      </pc:docMkLst>
      <pc:sldChg chg="modSp mod">
        <pc:chgData name="Hejia Qiu" userId="11330c03-db52-4a21-b136-9dc8d2118c1f" providerId="ADAL" clId="{CB04148E-2C1B-4705-8B56-B4BA7C9DA4BD}" dt="2025-10-15T08:28:31.422" v="7" actId="20577"/>
        <pc:sldMkLst>
          <pc:docMk/>
          <pc:sldMk cId="1793303206" sldId="269"/>
        </pc:sldMkLst>
        <pc:graphicFrameChg chg="modGraphic">
          <ac:chgData name="Hejia Qiu" userId="11330c03-db52-4a21-b136-9dc8d2118c1f" providerId="ADAL" clId="{CB04148E-2C1B-4705-8B56-B4BA7C9DA4BD}" dt="2025-10-15T08:28:31.422" v="7" actId="20577"/>
          <ac:graphicFrameMkLst>
            <pc:docMk/>
            <pc:sldMk cId="1793303206" sldId="269"/>
            <ac:graphicFrameMk id="4" creationId="{2CA97C6B-390C-4B8C-AF48-BB01F50337A9}"/>
          </ac:graphicFrameMkLst>
        </pc:graphicFrameChg>
      </pc:sldChg>
      <pc:sldChg chg="addSp modSp mod">
        <pc:chgData name="Hejia Qiu" userId="11330c03-db52-4a21-b136-9dc8d2118c1f" providerId="ADAL" clId="{CB04148E-2C1B-4705-8B56-B4BA7C9DA4BD}" dt="2025-10-15T08:29:25.284" v="27" actId="1076"/>
        <pc:sldMkLst>
          <pc:docMk/>
          <pc:sldMk cId="4063720233" sldId="283"/>
        </pc:sldMkLst>
        <pc:spChg chg="mod">
          <ac:chgData name="Hejia Qiu" userId="11330c03-db52-4a21-b136-9dc8d2118c1f" providerId="ADAL" clId="{CB04148E-2C1B-4705-8B56-B4BA7C9DA4BD}" dt="2025-10-15T08:29:25.284" v="27" actId="1076"/>
          <ac:spMkLst>
            <pc:docMk/>
            <pc:sldMk cId="4063720233" sldId="283"/>
            <ac:spMk id="5" creationId="{72EE8485-BC34-4EA0-8C9A-D810DA7A14EA}"/>
          </ac:spMkLst>
        </pc:spChg>
        <pc:spChg chg="mod">
          <ac:chgData name="Hejia Qiu" userId="11330c03-db52-4a21-b136-9dc8d2118c1f" providerId="ADAL" clId="{CB04148E-2C1B-4705-8B56-B4BA7C9DA4BD}" dt="2025-10-15T08:29:25.284" v="27" actId="1076"/>
          <ac:spMkLst>
            <pc:docMk/>
            <pc:sldMk cId="4063720233" sldId="283"/>
            <ac:spMk id="7" creationId="{9C205989-D1A0-4100-AC7A-3926FBBDE883}"/>
          </ac:spMkLst>
        </pc:spChg>
        <pc:picChg chg="add mod">
          <ac:chgData name="Hejia Qiu" userId="11330c03-db52-4a21-b136-9dc8d2118c1f" providerId="ADAL" clId="{CB04148E-2C1B-4705-8B56-B4BA7C9DA4BD}" dt="2025-10-15T08:29:19.492" v="25" actId="1076"/>
          <ac:picMkLst>
            <pc:docMk/>
            <pc:sldMk cId="4063720233" sldId="283"/>
            <ac:picMk id="3" creationId="{4218F802-836F-48EF-9940-3E021BAE5CC6}"/>
          </ac:picMkLst>
        </pc:picChg>
        <pc:picChg chg="mod">
          <ac:chgData name="Hejia Qiu" userId="11330c03-db52-4a21-b136-9dc8d2118c1f" providerId="ADAL" clId="{CB04148E-2C1B-4705-8B56-B4BA7C9DA4BD}" dt="2025-10-15T08:29:20.832" v="26" actId="1076"/>
          <ac:picMkLst>
            <pc:docMk/>
            <pc:sldMk cId="4063720233" sldId="283"/>
            <ac:picMk id="9" creationId="{B353F021-0457-433E-ACFF-BDE31AC853FE}"/>
          </ac:picMkLst>
        </pc:picChg>
        <pc:cxnChg chg="mod">
          <ac:chgData name="Hejia Qiu" userId="11330c03-db52-4a21-b136-9dc8d2118c1f" providerId="ADAL" clId="{CB04148E-2C1B-4705-8B56-B4BA7C9DA4BD}" dt="2025-10-15T08:29:25.284" v="27" actId="1076"/>
          <ac:cxnSpMkLst>
            <pc:docMk/>
            <pc:sldMk cId="4063720233" sldId="283"/>
            <ac:cxnSpMk id="11" creationId="{45A1224C-1FE3-4B23-8D8A-62D03355A0DB}"/>
          </ac:cxnSpMkLst>
        </pc:cxnChg>
      </pc:sldChg>
      <pc:sldChg chg="addSp delSp modSp add mod">
        <pc:chgData name="Hejia Qiu" userId="11330c03-db52-4a21-b136-9dc8d2118c1f" providerId="ADAL" clId="{CB04148E-2C1B-4705-8B56-B4BA7C9DA4BD}" dt="2025-10-15T09:23:57.327" v="507" actId="20577"/>
        <pc:sldMkLst>
          <pc:docMk/>
          <pc:sldMk cId="420615233" sldId="284"/>
        </pc:sldMkLst>
        <pc:spChg chg="add mod">
          <ac:chgData name="Hejia Qiu" userId="11330c03-db52-4a21-b136-9dc8d2118c1f" providerId="ADAL" clId="{CB04148E-2C1B-4705-8B56-B4BA7C9DA4BD}" dt="2025-10-15T09:23:57.327" v="507" actId="20577"/>
          <ac:spMkLst>
            <pc:docMk/>
            <pc:sldMk cId="420615233" sldId="284"/>
            <ac:spMk id="2" creationId="{862C7345-4F05-4C86-B7BC-AB01200E8407}"/>
          </ac:spMkLst>
        </pc:spChg>
        <pc:spChg chg="del">
          <ac:chgData name="Hejia Qiu" userId="11330c03-db52-4a21-b136-9dc8d2118c1f" providerId="ADAL" clId="{CB04148E-2C1B-4705-8B56-B4BA7C9DA4BD}" dt="2025-10-15T08:30:35.459" v="29" actId="478"/>
          <ac:spMkLst>
            <pc:docMk/>
            <pc:sldMk cId="420615233" sldId="284"/>
            <ac:spMk id="5" creationId="{72EE8485-BC34-4EA0-8C9A-D810DA7A14EA}"/>
          </ac:spMkLst>
        </pc:spChg>
        <pc:spChg chg="del">
          <ac:chgData name="Hejia Qiu" userId="11330c03-db52-4a21-b136-9dc8d2118c1f" providerId="ADAL" clId="{CB04148E-2C1B-4705-8B56-B4BA7C9DA4BD}" dt="2025-10-15T08:30:35.459" v="29" actId="478"/>
          <ac:spMkLst>
            <pc:docMk/>
            <pc:sldMk cId="420615233" sldId="284"/>
            <ac:spMk id="7" creationId="{9C205989-D1A0-4100-AC7A-3926FBBDE883}"/>
          </ac:spMkLst>
        </pc:spChg>
        <pc:picChg chg="del">
          <ac:chgData name="Hejia Qiu" userId="11330c03-db52-4a21-b136-9dc8d2118c1f" providerId="ADAL" clId="{CB04148E-2C1B-4705-8B56-B4BA7C9DA4BD}" dt="2025-10-15T08:30:35.459" v="29" actId="478"/>
          <ac:picMkLst>
            <pc:docMk/>
            <pc:sldMk cId="420615233" sldId="284"/>
            <ac:picMk id="3" creationId="{4218F802-836F-48EF-9940-3E021BAE5CC6}"/>
          </ac:picMkLst>
        </pc:picChg>
        <pc:picChg chg="del">
          <ac:chgData name="Hejia Qiu" userId="11330c03-db52-4a21-b136-9dc8d2118c1f" providerId="ADAL" clId="{CB04148E-2C1B-4705-8B56-B4BA7C9DA4BD}" dt="2025-10-15T08:30:35.459" v="29" actId="478"/>
          <ac:picMkLst>
            <pc:docMk/>
            <pc:sldMk cId="420615233" sldId="284"/>
            <ac:picMk id="9" creationId="{B353F021-0457-433E-ACFF-BDE31AC853FE}"/>
          </ac:picMkLst>
        </pc:picChg>
        <pc:cxnChg chg="del">
          <ac:chgData name="Hejia Qiu" userId="11330c03-db52-4a21-b136-9dc8d2118c1f" providerId="ADAL" clId="{CB04148E-2C1B-4705-8B56-B4BA7C9DA4BD}" dt="2025-10-15T08:30:35.459" v="29" actId="478"/>
          <ac:cxnSpMkLst>
            <pc:docMk/>
            <pc:sldMk cId="420615233" sldId="284"/>
            <ac:cxnSpMk id="11" creationId="{45A1224C-1FE3-4B23-8D8A-62D03355A0DB}"/>
          </ac:cxnSpMkLst>
        </pc:cxnChg>
      </pc:sldChg>
    </pc:docChg>
  </pc:docChgLst>
  <pc:docChgLst>
    <pc:chgData name="Hejia Qiu" userId="11330c03-db52-4a21-b136-9dc8d2118c1f" providerId="ADAL" clId="{C29E3F65-E02B-42EA-8DCE-198910258975}"/>
    <pc:docChg chg="modSld">
      <pc:chgData name="Hejia Qiu" userId="11330c03-db52-4a21-b136-9dc8d2118c1f" providerId="ADAL" clId="{C29E3F65-E02B-42EA-8DCE-198910258975}" dt="2025-10-07T09:20:55.758" v="4" actId="20577"/>
      <pc:docMkLst>
        <pc:docMk/>
      </pc:docMkLst>
      <pc:sldChg chg="modSp mod">
        <pc:chgData name="Hejia Qiu" userId="11330c03-db52-4a21-b136-9dc8d2118c1f" providerId="ADAL" clId="{C29E3F65-E02B-42EA-8DCE-198910258975}" dt="2025-10-07T09:20:55.758" v="4" actId="20577"/>
        <pc:sldMkLst>
          <pc:docMk/>
          <pc:sldMk cId="3589992701" sldId="278"/>
        </pc:sldMkLst>
        <pc:spChg chg="mod">
          <ac:chgData name="Hejia Qiu" userId="11330c03-db52-4a21-b136-9dc8d2118c1f" providerId="ADAL" clId="{C29E3F65-E02B-42EA-8DCE-198910258975}" dt="2025-10-07T09:20:55.758" v="4" actId="20577"/>
          <ac:spMkLst>
            <pc:docMk/>
            <pc:sldMk cId="3589992701" sldId="278"/>
            <ac:spMk id="2" creationId="{0ADE4E62-524F-439C-9CE3-958594ED642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7C3F4-212D-4D64-A41D-B2C5966F2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0BDE57-D81A-4C8C-B251-14BEC5423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31909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8017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ejia.Qiu@XJTL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news/what-is-an-orm-the-meaning-of-object-relational-mapping-database-tool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sqlalchemy.org/en/20/orm/" TargetMode="External"/><Relationship Id="rId4" Type="http://schemas.openxmlformats.org/officeDocument/2006/relationships/hyperlink" Target="https://www.geeksforgeeks.org/what-is-object-relational-mapping-orm-in-dbms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sycopg/psycopg2/issues/1634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E4E62-524F-439C-9CE3-958594ED6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48771"/>
            <a:ext cx="9144000" cy="2387600"/>
          </a:xfrm>
        </p:spPr>
        <p:txBody>
          <a:bodyPr/>
          <a:lstStyle/>
          <a:p>
            <a:r>
              <a:rPr lang="en-US" altLang="zh-CN"/>
              <a:t>DTS207TC </a:t>
            </a:r>
            <a:r>
              <a:rPr lang="en-US" altLang="zh-CN" dirty="0"/>
              <a:t>Lab W5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9AD9DC-2398-4FDB-9B6A-9D2D72B2A5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81393"/>
            <a:ext cx="9144000" cy="1655762"/>
          </a:xfrm>
        </p:spPr>
        <p:txBody>
          <a:bodyPr/>
          <a:lstStyle/>
          <a:p>
            <a:r>
              <a:rPr lang="en-US" altLang="zh-CN" dirty="0"/>
              <a:t>Hejia Qiu </a:t>
            </a:r>
          </a:p>
          <a:p>
            <a:r>
              <a:rPr lang="en-US" altLang="zh-CN" dirty="0"/>
              <a:t>Assistant Professor in AIAC </a:t>
            </a:r>
          </a:p>
          <a:p>
            <a:r>
              <a:rPr lang="en-US" dirty="0"/>
              <a:t>Email:  </a:t>
            </a:r>
            <a:r>
              <a:rPr lang="en-US" altLang="zh-CN" dirty="0">
                <a:hlinkClick r:id="rId2"/>
              </a:rPr>
              <a:t>Hejia.Qiu@XJTLU.EDU.CN</a:t>
            </a:r>
            <a:r>
              <a:rPr lang="en-US" altLang="zh-CN" dirty="0"/>
              <a:t> </a:t>
            </a:r>
            <a:endParaRPr lang="en-US" dirty="0"/>
          </a:p>
          <a:p>
            <a:endParaRPr lang="en-US" dirty="0"/>
          </a:p>
          <a:p>
            <a:r>
              <a:rPr lang="en-US" dirty="0"/>
              <a:t>Office Hour: D-5020 </a:t>
            </a:r>
          </a:p>
          <a:p>
            <a:r>
              <a:rPr lang="en-US" dirty="0"/>
              <a:t>Tuesday &amp; Thursday 2-4 PM</a:t>
            </a:r>
          </a:p>
        </p:txBody>
      </p:sp>
    </p:spTree>
    <p:extLst>
      <p:ext uri="{BB962C8B-B14F-4D97-AF65-F5344CB8AC3E}">
        <p14:creationId xmlns:p14="http://schemas.microsoft.com/office/powerpoint/2010/main" val="3589992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FA8748-79D5-4A1F-99B4-8A5F4D8D4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729343"/>
            <a:ext cx="9144000" cy="5399314"/>
          </a:xfrm>
        </p:spPr>
        <p:txBody>
          <a:bodyPr/>
          <a:lstStyle/>
          <a:p>
            <a:pPr algn="l"/>
            <a:r>
              <a:rPr lang="en-US" dirty="0"/>
              <a:t>Week 5-1: ORM</a:t>
            </a:r>
          </a:p>
          <a:p>
            <a:pPr algn="l"/>
            <a:r>
              <a:rPr lang="en-US" dirty="0"/>
              <a:t>	- Easy to start with</a:t>
            </a:r>
          </a:p>
          <a:p>
            <a:pPr algn="l"/>
            <a:r>
              <a:rPr lang="en-US" dirty="0"/>
              <a:t>	- Learning basic operations and ideas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Week 5-2: </a:t>
            </a:r>
            <a:r>
              <a:rPr lang="en-US" altLang="zh-CN" dirty="0"/>
              <a:t>HTML</a:t>
            </a:r>
          </a:p>
          <a:p>
            <a:pPr algn="l"/>
            <a:endParaRPr lang="en-US" dirty="0"/>
          </a:p>
          <a:p>
            <a:pPr algn="l"/>
            <a:r>
              <a:rPr lang="en-US"/>
              <a:t>Week 6: </a:t>
            </a:r>
            <a:r>
              <a:rPr lang="en-US" altLang="zh-CN"/>
              <a:t>Hadoop</a:t>
            </a:r>
            <a:endParaRPr lang="en-US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909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492D-B58B-4FA1-982B-A5B7DA6E25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W5-1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4021D8-65CF-4934-8D6B-0829E387CC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SQLAlchemy</a:t>
            </a:r>
            <a:r>
              <a:rPr lang="en-US" dirty="0"/>
              <a:t> for ORM</a:t>
            </a:r>
          </a:p>
        </p:txBody>
      </p:sp>
    </p:spTree>
    <p:extLst>
      <p:ext uri="{BB962C8B-B14F-4D97-AF65-F5344CB8AC3E}">
        <p14:creationId xmlns:p14="http://schemas.microsoft.com/office/powerpoint/2010/main" val="4090767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D5F39-A8FF-4BD6-852B-0D81A8CA20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71789"/>
            <a:ext cx="9144000" cy="1302785"/>
          </a:xfrm>
        </p:spPr>
        <p:txBody>
          <a:bodyPr/>
          <a:lstStyle/>
          <a:p>
            <a:r>
              <a:rPr lang="en-US" dirty="0"/>
              <a:t>Objectives (1 Hour)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FE8C2-43DB-476D-AB24-F67A8FA14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74574"/>
            <a:ext cx="9144000" cy="3869635"/>
          </a:xfrm>
        </p:spPr>
        <p:txBody>
          <a:bodyPr/>
          <a:lstStyle/>
          <a:p>
            <a:pPr marL="457200" indent="-457200" algn="l">
              <a:buAutoNum type="arabicPeriod"/>
            </a:pPr>
            <a:r>
              <a:rPr lang="en-US" dirty="0"/>
              <a:t>Understand ORM concepts: Learn the basic concepts of ORM and its role as a bridge between databases and applications.</a:t>
            </a:r>
          </a:p>
          <a:p>
            <a:pPr marL="457200" indent="-457200" algn="l">
              <a:buAutoNum type="arabicPeriod"/>
            </a:pPr>
            <a:r>
              <a:rPr lang="en-US" dirty="0"/>
              <a:t>Install </a:t>
            </a:r>
            <a:r>
              <a:rPr lang="en-US" dirty="0" err="1"/>
              <a:t>SQLAlchemy</a:t>
            </a:r>
            <a:r>
              <a:rPr lang="en-US" dirty="0"/>
              <a:t>: Learn how to install and configure </a:t>
            </a:r>
            <a:r>
              <a:rPr lang="en-US" dirty="0" err="1"/>
              <a:t>SQLAlchemy</a:t>
            </a:r>
            <a:r>
              <a:rPr lang="en-US" dirty="0"/>
              <a:t>.</a:t>
            </a:r>
          </a:p>
          <a:p>
            <a:pPr marL="457200" indent="-457200" algn="l">
              <a:buAutoNum type="arabicPeriod"/>
            </a:pPr>
            <a:r>
              <a:rPr lang="en-US" dirty="0"/>
              <a:t>Define models: Define </a:t>
            </a:r>
            <a:r>
              <a:rPr lang="en-US" dirty="0" err="1"/>
              <a:t>SQLAlchemy</a:t>
            </a:r>
            <a:r>
              <a:rPr lang="en-US" dirty="0"/>
              <a:t> models based on the provided tables.</a:t>
            </a:r>
          </a:p>
          <a:p>
            <a:pPr marL="457200" indent="-457200" algn="l">
              <a:buAutoNum type="arabicPeriod"/>
            </a:pPr>
            <a:r>
              <a:rPr lang="en-US" dirty="0"/>
              <a:t>Perform basic operations: Use </a:t>
            </a:r>
            <a:r>
              <a:rPr lang="en-US" dirty="0" err="1"/>
              <a:t>SQLAlchemy</a:t>
            </a:r>
            <a:r>
              <a:rPr lang="en-US" dirty="0"/>
              <a:t> to perform database add, delete, modify, and query operations.</a:t>
            </a:r>
          </a:p>
          <a:p>
            <a:pPr marL="457200" indent="-457200" algn="l">
              <a:buAutoNum type="arabicPeriod"/>
            </a:pPr>
            <a:r>
              <a:rPr lang="en-US" dirty="0"/>
              <a:t>Query data: Learn how to use </a:t>
            </a:r>
            <a:r>
              <a:rPr lang="en-US" dirty="0" err="1"/>
              <a:t>SQLAlchemy</a:t>
            </a:r>
            <a:r>
              <a:rPr lang="en-US" dirty="0"/>
              <a:t> to query data and perform simple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2230975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20AE0-0C99-4263-881A-7154ACFE5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Step 1 (20 Minutes)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3B0B8E-D827-41F8-BDE1-6F9141C911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What is ORM and how it works?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402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troduction To Object Relational Mapping in Java | SIXT Tech">
            <a:extLst>
              <a:ext uri="{FF2B5EF4-FFF2-40B4-BE49-F238E27FC236}">
                <a16:creationId xmlns:a16="http://schemas.microsoft.com/office/drawing/2014/main" id="{B0FB78EF-543C-41BF-AEAC-EC536C5DB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509" y="3927542"/>
            <a:ext cx="5105400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33B0B8E-D827-41F8-BDE1-6F9141C91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21125"/>
            <a:ext cx="9144000" cy="4078357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060607"/>
                </a:solidFill>
                <a:effectLst/>
                <a:latin typeface="-apple-system"/>
              </a:rPr>
              <a:t>ORM stands for Object-Relational Mapping. </a:t>
            </a:r>
          </a:p>
          <a:p>
            <a:pPr algn="l"/>
            <a:r>
              <a:rPr lang="en-US" b="0" i="0" dirty="0">
                <a:solidFill>
                  <a:srgbClr val="060607"/>
                </a:solidFill>
                <a:effectLst/>
                <a:latin typeface="-apple-system"/>
              </a:rPr>
              <a:t>It is a programming technique used to convert data between incompatible types, such as between an object-oriented programming language and a relational database. </a:t>
            </a:r>
          </a:p>
          <a:p>
            <a:pPr algn="l"/>
            <a:r>
              <a:rPr lang="en-US" b="0" i="0" dirty="0">
                <a:solidFill>
                  <a:srgbClr val="060607"/>
                </a:solidFill>
                <a:effectLst/>
                <a:latin typeface="-apple-system"/>
              </a:rPr>
              <a:t>ORM allows you to manipulate and interact with data in a database using the constructs of an object-oriented language, which can make it easier to work with databases in complex applications.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84A3836-E637-47EA-BE06-D7CBB0BF10AF}"/>
              </a:ext>
            </a:extLst>
          </p:cNvPr>
          <p:cNvSpPr txBox="1">
            <a:spLocks/>
          </p:cNvSpPr>
          <p:nvPr/>
        </p:nvSpPr>
        <p:spPr>
          <a:xfrm>
            <a:off x="1272209" y="97369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dirty="0"/>
              <a:t>What is ORM and how it works?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33432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2953D5-7DDC-4C31-8001-8F82033FE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50444"/>
            <a:ext cx="9144000" cy="5115340"/>
          </a:xfrm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60607"/>
                </a:solidFill>
                <a:effectLst/>
                <a:latin typeface="-apple-system"/>
              </a:rPr>
              <a:t>Abstraction</a:t>
            </a:r>
            <a:r>
              <a:rPr lang="en-US" b="0" i="0" dirty="0">
                <a:solidFill>
                  <a:srgbClr val="060607"/>
                </a:solidFill>
                <a:effectLst/>
                <a:latin typeface="-apple-system"/>
              </a:rPr>
              <a:t>: ORM provides a higher level of abstraction over the database. You don't need to write SQL queries directly; instead, you can interact with the database using objects.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60607"/>
                </a:solidFill>
                <a:effectLst/>
                <a:latin typeface="-apple-system"/>
              </a:rPr>
              <a:t>Data Mapping</a:t>
            </a:r>
            <a:r>
              <a:rPr lang="en-US" b="0" i="0" dirty="0">
                <a:solidFill>
                  <a:srgbClr val="060607"/>
                </a:solidFill>
                <a:effectLst/>
                <a:latin typeface="-apple-system"/>
              </a:rPr>
              <a:t>: It maps the data from the database tables to objects in your code. Each table in the database corresponds to a class in your code, and each row in the table corresponds to an instance of that class.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60607"/>
                </a:solidFill>
                <a:effectLst/>
                <a:latin typeface="-apple-system"/>
              </a:rPr>
              <a:t>Object Persistence</a:t>
            </a:r>
            <a:r>
              <a:rPr lang="en-US" b="0" i="0" dirty="0">
                <a:solidFill>
                  <a:srgbClr val="060607"/>
                </a:solidFill>
                <a:effectLst/>
                <a:latin typeface="-apple-system"/>
              </a:rPr>
              <a:t>: ORM handles the persistence of objects, which means it manages the state of objects in memory and their corresponding representation in the database.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60607"/>
                </a:solidFill>
                <a:effectLst/>
                <a:latin typeface="-apple-system"/>
              </a:rPr>
              <a:t>Data Access Layer</a:t>
            </a:r>
            <a:r>
              <a:rPr lang="en-US" b="0" i="0" dirty="0">
                <a:solidFill>
                  <a:srgbClr val="060607"/>
                </a:solidFill>
                <a:effectLst/>
                <a:latin typeface="-apple-system"/>
              </a:rPr>
              <a:t>: ORM acts as a data access layer, providing a single point of interaction between your application and the database.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60607"/>
                </a:solidFill>
                <a:effectLst/>
                <a:latin typeface="-apple-system"/>
              </a:rPr>
              <a:t>CRUD Operations</a:t>
            </a:r>
            <a:r>
              <a:rPr lang="en-US" b="0" i="0" dirty="0">
                <a:solidFill>
                  <a:srgbClr val="060607"/>
                </a:solidFill>
                <a:effectLst/>
                <a:latin typeface="-apple-system"/>
              </a:rPr>
              <a:t>: ORM simplifies the creation, reading, updating, and deletion of data in the database through object-oriented methods.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1333A6-F96D-4C46-909F-1B27EA693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2216"/>
            <a:ext cx="9144000" cy="958228"/>
          </a:xfrm>
        </p:spPr>
        <p:txBody>
          <a:bodyPr/>
          <a:lstStyle/>
          <a:p>
            <a:r>
              <a:rPr lang="en-US" altLang="zh-CN" dirty="0"/>
              <a:t>ORM Notes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774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2953D5-7DDC-4C31-8001-8F82033FE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50444"/>
            <a:ext cx="9144000" cy="4396409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rgbClr val="060607"/>
                </a:solidFill>
                <a:effectLst/>
                <a:latin typeface="-apple-system"/>
              </a:rPr>
              <a:t>6. Querying</a:t>
            </a:r>
            <a:r>
              <a:rPr lang="en-US" b="0" i="0" dirty="0">
                <a:solidFill>
                  <a:srgbClr val="060607"/>
                </a:solidFill>
                <a:effectLst/>
                <a:latin typeface="-apple-system"/>
              </a:rPr>
              <a:t>: Many ORM frameworks provide a query language or API that allows you to retrieve data from the database without writing raw SQL.</a:t>
            </a:r>
          </a:p>
          <a:p>
            <a:pPr algn="l"/>
            <a:r>
              <a:rPr lang="en-US" b="1" i="0" dirty="0">
                <a:solidFill>
                  <a:srgbClr val="060607"/>
                </a:solidFill>
                <a:effectLst/>
                <a:latin typeface="-apple-system"/>
              </a:rPr>
              <a:t>7. Transaction Management</a:t>
            </a:r>
            <a:r>
              <a:rPr lang="en-US" b="0" i="0" dirty="0">
                <a:solidFill>
                  <a:srgbClr val="060607"/>
                </a:solidFill>
                <a:effectLst/>
                <a:latin typeface="-apple-system"/>
              </a:rPr>
              <a:t>: ORM can help manage database transactions, ensuring that operations are completed successfully or rolled back in case of an error.</a:t>
            </a:r>
          </a:p>
          <a:p>
            <a:pPr algn="l"/>
            <a:r>
              <a:rPr lang="en-US" b="1" i="0" dirty="0">
                <a:solidFill>
                  <a:srgbClr val="060607"/>
                </a:solidFill>
                <a:effectLst/>
                <a:latin typeface="-apple-system"/>
              </a:rPr>
              <a:t>8. Portability</a:t>
            </a:r>
            <a:r>
              <a:rPr lang="en-US" b="0" i="0" dirty="0">
                <a:solidFill>
                  <a:srgbClr val="060607"/>
                </a:solidFill>
                <a:effectLst/>
                <a:latin typeface="-apple-system"/>
              </a:rPr>
              <a:t>: ORM can help make your application more portable, as the same code can work with different databases with minimal changes.</a:t>
            </a:r>
          </a:p>
          <a:p>
            <a:pPr algn="l"/>
            <a:r>
              <a:rPr lang="en-US" b="1" i="0" dirty="0">
                <a:solidFill>
                  <a:srgbClr val="060607"/>
                </a:solidFill>
                <a:effectLst/>
                <a:latin typeface="-apple-system"/>
              </a:rPr>
              <a:t>9. Performance Considerations</a:t>
            </a:r>
            <a:r>
              <a:rPr lang="en-US" b="0" i="0" dirty="0">
                <a:solidFill>
                  <a:srgbClr val="060607"/>
                </a:solidFill>
                <a:effectLst/>
                <a:latin typeface="-apple-system"/>
              </a:rPr>
              <a:t>: While ORM can simplify development, it can sometimes lead to performance issues if not used correctly, such as by generating inefficient SQL queries.</a:t>
            </a:r>
          </a:p>
          <a:p>
            <a:pPr algn="l"/>
            <a:r>
              <a:rPr lang="en-US" b="1" i="0" dirty="0">
                <a:solidFill>
                  <a:srgbClr val="060607"/>
                </a:solidFill>
                <a:effectLst/>
                <a:latin typeface="-apple-system"/>
              </a:rPr>
              <a:t>10.Popular ORM Frameworks</a:t>
            </a:r>
            <a:r>
              <a:rPr lang="en-US" b="0" i="0" dirty="0">
                <a:solidFill>
                  <a:srgbClr val="060607"/>
                </a:solidFill>
                <a:effectLst/>
                <a:latin typeface="-apple-system"/>
              </a:rPr>
              <a:t>: Examples of ORM frameworks include Hibernate for Java, Entity Framework for .NET, Django ORM for Python, and </a:t>
            </a:r>
            <a:r>
              <a:rPr lang="en-US" b="0" i="0" dirty="0" err="1">
                <a:solidFill>
                  <a:srgbClr val="060607"/>
                </a:solidFill>
                <a:effectLst/>
                <a:latin typeface="-apple-system"/>
              </a:rPr>
              <a:t>Sequelize</a:t>
            </a:r>
            <a:r>
              <a:rPr lang="en-US" b="0" i="0" dirty="0">
                <a:solidFill>
                  <a:srgbClr val="060607"/>
                </a:solidFill>
                <a:effectLst/>
                <a:latin typeface="-apple-system"/>
              </a:rPr>
              <a:t> for Node.js.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1333A6-F96D-4C46-909F-1B27EA693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2216"/>
            <a:ext cx="9144000" cy="958228"/>
          </a:xfrm>
        </p:spPr>
        <p:txBody>
          <a:bodyPr/>
          <a:lstStyle/>
          <a:p>
            <a:r>
              <a:rPr lang="en-US" altLang="zh-CN" dirty="0"/>
              <a:t>ORM Notes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816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troduction To Object Relational Mapping in Java | SIXT Tech">
            <a:extLst>
              <a:ext uri="{FF2B5EF4-FFF2-40B4-BE49-F238E27FC236}">
                <a16:creationId xmlns:a16="http://schemas.microsoft.com/office/drawing/2014/main" id="{B0FB78EF-543C-41BF-AEAC-EC536C5DB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509" y="3927542"/>
            <a:ext cx="5105400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33B0B8E-D827-41F8-BDE1-6F9141C91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86168"/>
            <a:ext cx="9144000" cy="4078357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060607"/>
                </a:solidFill>
                <a:effectLst/>
                <a:latin typeface="-apple-system"/>
                <a:hlinkClick r:id="rId3"/>
              </a:rPr>
              <a:t>https://www.freecodecamp.org/news/what-is-an-orm-the-meaning-of-object-relational-mapping-database-tools/</a:t>
            </a:r>
            <a:endParaRPr lang="en-US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algn="l"/>
            <a:r>
              <a:rPr lang="en-US" dirty="0">
                <a:solidFill>
                  <a:srgbClr val="060607"/>
                </a:solidFill>
                <a:latin typeface="-apple-system"/>
                <a:hlinkClick r:id="rId4"/>
              </a:rPr>
              <a:t>https://www.geeksforgeeks.org/what-is-object-relational-mapping-orm-in-dbms/</a:t>
            </a:r>
            <a:r>
              <a:rPr lang="en-US" dirty="0">
                <a:solidFill>
                  <a:srgbClr val="060607"/>
                </a:solidFill>
                <a:latin typeface="-apple-system"/>
              </a:rPr>
              <a:t> </a:t>
            </a:r>
          </a:p>
          <a:p>
            <a:pPr algn="l"/>
            <a:r>
              <a:rPr lang="en-US" b="0" i="0" dirty="0">
                <a:solidFill>
                  <a:srgbClr val="060607"/>
                </a:solidFill>
                <a:effectLst/>
                <a:latin typeface="-apple-system"/>
                <a:hlinkClick r:id="rId5"/>
              </a:rPr>
              <a:t>https://docs.sqlalchemy.org/en/20/orm/</a:t>
            </a:r>
            <a:endParaRPr lang="en-US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algn="l"/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84A3836-E637-47EA-BE06-D7CBB0BF10AF}"/>
              </a:ext>
            </a:extLst>
          </p:cNvPr>
          <p:cNvSpPr txBox="1">
            <a:spLocks/>
          </p:cNvSpPr>
          <p:nvPr/>
        </p:nvSpPr>
        <p:spPr>
          <a:xfrm>
            <a:off x="1272209" y="97369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dirty="0"/>
              <a:t>More about ORM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760173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3506-435D-405D-AA50-7182FE5ED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6591"/>
            <a:ext cx="9144000" cy="1364974"/>
          </a:xfrm>
        </p:spPr>
        <p:txBody>
          <a:bodyPr/>
          <a:lstStyle/>
          <a:p>
            <a:r>
              <a:rPr lang="en-US" dirty="0"/>
              <a:t>Step 2 (10 Minutes)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57C09-984E-4639-AD9A-F70AED7CC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05878"/>
            <a:ext cx="9144000" cy="2951923"/>
          </a:xfrm>
        </p:spPr>
        <p:txBody>
          <a:bodyPr/>
          <a:lstStyle/>
          <a:p>
            <a:pPr algn="l"/>
            <a:r>
              <a:rPr lang="en-US" dirty="0"/>
              <a:t>Python 3.x should be installed in the experimental environment.</a:t>
            </a:r>
          </a:p>
          <a:p>
            <a:pPr algn="l"/>
            <a:r>
              <a:rPr lang="en-US" dirty="0"/>
              <a:t>Use pip to install </a:t>
            </a:r>
            <a:r>
              <a:rPr lang="en-US" dirty="0" err="1"/>
              <a:t>SQLAlchemy</a:t>
            </a:r>
            <a:r>
              <a:rPr lang="en-US" dirty="0"/>
              <a:t> and its dependencies.</a:t>
            </a:r>
          </a:p>
          <a:p>
            <a:pPr algn="l"/>
            <a:r>
              <a:rPr lang="en-US" dirty="0"/>
              <a:t>	- Try ‘pip install </a:t>
            </a:r>
            <a:r>
              <a:rPr lang="en-US" dirty="0" err="1"/>
              <a:t>sqlalchemy</a:t>
            </a:r>
            <a:r>
              <a:rPr lang="en-US" dirty="0"/>
              <a:t> psycopg2’</a:t>
            </a:r>
          </a:p>
          <a:p>
            <a:pPr algn="l"/>
            <a:r>
              <a:rPr lang="en-US" dirty="0"/>
              <a:t>Ensure that the PostgreSQL database is installed and running, and the </a:t>
            </a:r>
            <a:r>
              <a:rPr lang="en-US" dirty="0" err="1"/>
              <a:t>public.market</a:t>
            </a:r>
            <a:r>
              <a:rPr lang="en-US" dirty="0"/>
              <a:t> and public.info tables have been created and data samples have been inserted.</a:t>
            </a:r>
          </a:p>
          <a:p>
            <a:pPr algn="l"/>
            <a:r>
              <a:rPr lang="en-US" dirty="0"/>
              <a:t>	- Use </a:t>
            </a:r>
            <a:r>
              <a:rPr lang="en-US" dirty="0" err="1"/>
              <a:t>pgAdmin</a:t>
            </a:r>
            <a:r>
              <a:rPr lang="en-US" dirty="0"/>
              <a:t> 4 to check database and insert data</a:t>
            </a:r>
          </a:p>
          <a:p>
            <a:pPr algn="l"/>
            <a:r>
              <a:rPr lang="en-US" dirty="0"/>
              <a:t>	- Try to deal missing value (or use the </a:t>
            </a:r>
            <a:r>
              <a:rPr lang="en-US" dirty="0" err="1"/>
              <a:t>withoutNULL</a:t>
            </a:r>
            <a:r>
              <a:rPr lang="en-US" dirty="0"/>
              <a:t> csv files)</a:t>
            </a:r>
          </a:p>
          <a:p>
            <a:pPr algn="l"/>
            <a:r>
              <a:rPr lang="en-US" dirty="0"/>
              <a:t>	- Solve conflict if </a:t>
            </a:r>
            <a:r>
              <a:rPr lang="en-US" altLang="zh-CN" dirty="0"/>
              <a:t>set</a:t>
            </a:r>
            <a:r>
              <a:rPr lang="en-US" dirty="0"/>
              <a:t> primary key </a:t>
            </a:r>
          </a:p>
        </p:txBody>
      </p:sp>
    </p:spTree>
    <p:extLst>
      <p:ext uri="{BB962C8B-B14F-4D97-AF65-F5344CB8AC3E}">
        <p14:creationId xmlns:p14="http://schemas.microsoft.com/office/powerpoint/2010/main" val="3070682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16E87E-2A5C-42C9-8E60-2A84950A7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583" y="1550010"/>
            <a:ext cx="6874575" cy="50623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6A270B-EE33-48DA-8C40-8533CD2DD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1068"/>
            <a:ext cx="4518862" cy="455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750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15BA2F-8C1D-4001-A94D-7A8D3F87E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32529" cy="40882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7D5F2F-9054-4998-850A-ECBF94238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894" y="980943"/>
            <a:ext cx="6589632" cy="48961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7549BB-D87F-48ED-AB35-2869B001B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245" y="3628142"/>
            <a:ext cx="5584755" cy="322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454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20C220-856B-9410-FC51-B1BB8CC62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118" y="0"/>
            <a:ext cx="76857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19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3506-435D-405D-AA50-7182FE5ED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6591"/>
            <a:ext cx="9144000" cy="1364974"/>
          </a:xfrm>
        </p:spPr>
        <p:txBody>
          <a:bodyPr/>
          <a:lstStyle/>
          <a:p>
            <a:r>
              <a:rPr lang="en-US" dirty="0"/>
              <a:t>Step 3 (10 Minutes)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57C09-984E-4639-AD9A-F70AED7CC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79374"/>
            <a:ext cx="9144000" cy="2951923"/>
          </a:xfrm>
        </p:spPr>
        <p:txBody>
          <a:bodyPr/>
          <a:lstStyle/>
          <a:p>
            <a:pPr algn="l"/>
            <a:r>
              <a:rPr lang="en-US" dirty="0"/>
              <a:t>Define the </a:t>
            </a:r>
            <a:r>
              <a:rPr lang="en-US" dirty="0" err="1"/>
              <a:t>SQLAlchemy</a:t>
            </a:r>
            <a:r>
              <a:rPr lang="en-US" dirty="0"/>
              <a:t> model based on the structure of the </a:t>
            </a:r>
            <a:r>
              <a:rPr lang="en-US" dirty="0" err="1"/>
              <a:t>public.market</a:t>
            </a:r>
            <a:r>
              <a:rPr lang="en-US" dirty="0"/>
              <a:t> and public.info tables.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578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A97C6B-390C-4B8C-AF48-BB01F5033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299249"/>
              </p:ext>
            </p:extLst>
          </p:nvPr>
        </p:nvGraphicFramePr>
        <p:xfrm>
          <a:off x="113663" y="0"/>
          <a:ext cx="12078337" cy="6956478"/>
        </p:xfrm>
        <a:graphic>
          <a:graphicData uri="http://schemas.openxmlformats.org/drawingml/2006/table">
            <a:tbl>
              <a:tblPr/>
              <a:tblGrid>
                <a:gridCol w="12078337">
                  <a:extLst>
                    <a:ext uri="{9D8B030D-6E8A-4147-A177-3AD203B41FA5}">
                      <a16:colId xmlns:a16="http://schemas.microsoft.com/office/drawing/2014/main" val="2698197137"/>
                    </a:ext>
                  </a:extLst>
                </a:gridCol>
              </a:tblGrid>
              <a:tr h="314899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f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rom</a:t>
                      </a: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sqlalchemy 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import</a:t>
                      </a: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create_engine, Column, Integer, String, Numeric</a:t>
                      </a: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CN" sz="2000" dirty="0" err="1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28627" marR="28627" marT="28627" marB="28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68462"/>
                  </a:ext>
                </a:extLst>
              </a:tr>
              <a:tr h="186077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f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rom</a:t>
                      </a: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sqlalchemy.ext.declarative 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import</a:t>
                      </a: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declarative_base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28627" marR="28627" marT="28627" marB="28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719263"/>
                  </a:ext>
                </a:extLst>
              </a:tr>
              <a:tr h="186077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f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rom</a:t>
                      </a: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sqlalchemy.orm 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import</a:t>
                      </a: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sessionmaker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28627" marR="28627" marT="28627" marB="28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526258"/>
                  </a:ext>
                </a:extLst>
              </a:tr>
              <a:tr h="186077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Base = declarative_base()  </a:t>
                      </a:r>
                    </a:p>
                  </a:txBody>
                  <a:tcPr marL="28627" marR="28627" marT="28627" marB="28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980274"/>
                  </a:ext>
                </a:extLst>
              </a:tr>
              <a:tr h="186077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c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lass</a:t>
                      </a: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 dirty="0">
                          <a:solidFill>
                            <a:srgbClr val="B8DBAD"/>
                          </a:solidFill>
                          <a:effectLst/>
                          <a:latin typeface="Consolas" panose="020B0609020204030204" pitchFamily="49" charset="0"/>
                        </a:rPr>
                        <a:t>Market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zh-CN" sz="2000" dirty="0">
                          <a:solidFill>
                            <a:srgbClr val="B8DBAD"/>
                          </a:solidFill>
                          <a:effectLst/>
                          <a:latin typeface="Consolas" panose="020B0609020204030204" pitchFamily="49" charset="0"/>
                        </a:rPr>
                        <a:t>Base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):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28627" marR="28627" marT="28627" marB="28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085062"/>
                  </a:ext>
                </a:extLst>
              </a:tr>
              <a:tr h="186077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__tablename__ = 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'market</a:t>
                      </a:r>
                      <a:r>
                        <a:rPr lang="en-US" alt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28627" marR="28627" marT="28627" marB="28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153645"/>
                  </a:ext>
                </a:extLst>
              </a:tr>
              <a:tr h="186077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t</a:t>
                      </a:r>
                      <a:r>
                        <a:rPr lang="en-US" altLang="zh-CN" sz="2000" dirty="0" err="1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imestamp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= Column(Integer, primary_key=</a:t>
                      </a: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True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28627" marR="28627" marT="28627" marB="28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590321"/>
                  </a:ext>
                </a:extLst>
              </a:tr>
              <a:tr h="186077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symbol = Column(String)  </a:t>
                      </a:r>
                    </a:p>
                  </a:txBody>
                  <a:tcPr marL="28627" marR="28627" marT="28627" marB="28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075364"/>
                  </a:ext>
                </a:extLst>
              </a:tr>
              <a:tr h="186077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a = Column(Numeric)  </a:t>
                      </a:r>
                    </a:p>
                  </a:txBody>
                  <a:tcPr marL="28627" marR="28627" marT="28627" marB="28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379479"/>
                  </a:ext>
                </a:extLst>
              </a:tr>
              <a:tr h="186077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aq = Column(Numeric)  </a:t>
                      </a:r>
                    </a:p>
                  </a:txBody>
                  <a:tcPr marL="28627" marR="28627" marT="28627" marB="28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00932"/>
                  </a:ext>
                </a:extLst>
              </a:tr>
              <a:tr h="186077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b = Column(Numeric)  </a:t>
                      </a:r>
                    </a:p>
                  </a:txBody>
                  <a:tcPr marL="28627" marR="28627" marT="28627" marB="28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725901"/>
                  </a:ext>
                </a:extLst>
              </a:tr>
              <a:tr h="186077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bq = Column(Numeric)  </a:t>
                      </a:r>
                    </a:p>
                  </a:txBody>
                  <a:tcPr marL="28627" marR="28627" marT="28627" marB="28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938558"/>
                  </a:ext>
                </a:extLst>
              </a:tr>
              <a:tr h="186077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c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lass</a:t>
                      </a: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 dirty="0">
                          <a:solidFill>
                            <a:srgbClr val="B8DBAD"/>
                          </a:solidFill>
                          <a:effectLst/>
                          <a:latin typeface="Consolas" panose="020B0609020204030204" pitchFamily="49" charset="0"/>
                        </a:rPr>
                        <a:t>Info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zh-CN" sz="2000" dirty="0">
                          <a:solidFill>
                            <a:srgbClr val="B8DBAD"/>
                          </a:solidFill>
                          <a:effectLst/>
                          <a:latin typeface="Consolas" panose="020B0609020204030204" pitchFamily="49" charset="0"/>
                        </a:rPr>
                        <a:t>Base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):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28627" marR="28627" marT="28627" marB="28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337639"/>
                  </a:ext>
                </a:extLst>
              </a:tr>
              <a:tr h="186077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__tablename__ = 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'info</a:t>
                      </a:r>
                      <a:r>
                        <a:rPr lang="en-US" alt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28627" marR="28627" marT="28627" marB="28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313739"/>
                  </a:ext>
                </a:extLst>
              </a:tr>
              <a:tr h="186077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base = Column(String)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28627" marR="28627" marT="28627" marB="28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854912"/>
                  </a:ext>
                </a:extLst>
              </a:tr>
              <a:tr h="186077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quote_ = Column(String)  </a:t>
                      </a:r>
                    </a:p>
                  </a:txBody>
                  <a:tcPr marL="28627" marR="28627" marT="28627" marB="28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730261"/>
                  </a:ext>
                </a:extLst>
              </a:tr>
              <a:tr h="186077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symbol = Column(String, unique=</a:t>
                      </a: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True</a:t>
                      </a:r>
                      <a:r>
                        <a:rPr lang="en-US" alt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CN" sz="2000" dirty="0" err="1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primary_key</a:t>
                      </a: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True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 </a:t>
                      </a:r>
                      <a:endParaRPr lang="en-US" altLang="zh-CN" sz="2000" dirty="0">
                        <a:solidFill>
                          <a:srgbClr val="D1D4D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zh-CN" sz="2000" dirty="0" err="1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old_symbol</a:t>
                      </a: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= Column(String, unique=</a:t>
                      </a:r>
                      <a:r>
                        <a:rPr lang="en-US" alt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True</a:t>
                      </a: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 </a:t>
                      </a:r>
                    </a:p>
                  </a:txBody>
                  <a:tcPr marL="28627" marR="28627" marT="28627" marB="28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847947"/>
                  </a:ext>
                </a:extLst>
              </a:tr>
              <a:tr h="186077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6D4BE"/>
                          </a:solidFill>
                          <a:effectLst/>
                          <a:ea typeface="Consolas" panose="020B0609020204030204" pitchFamily="49" charset="0"/>
                        </a:rPr>
                        <a:t># </a:t>
                      </a:r>
                      <a:r>
                        <a:rPr lang="en-US" altLang="zh-CN" sz="2000" dirty="0">
                          <a:solidFill>
                            <a:srgbClr val="D6D4BE"/>
                          </a:solidFill>
                          <a:effectLst/>
                          <a:ea typeface="Microsoft YaHei" panose="020B0503020204020204" pitchFamily="34" charset="-122"/>
                        </a:rPr>
                        <a:t>Configuring database connections, use your own configuration to connect</a:t>
                      </a:r>
                      <a:endParaRPr lang="zh-CN" sz="2000" dirty="0">
                        <a:solidFill>
                          <a:srgbClr val="D6D4BE"/>
                        </a:solidFill>
                        <a:effectLst/>
                      </a:endParaRPr>
                    </a:p>
                  </a:txBody>
                  <a:tcPr marL="28627" marR="28627" marT="28627" marB="28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607674"/>
                  </a:ext>
                </a:extLst>
              </a:tr>
              <a:tr h="314899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engine = create_engine(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‘postgresql://username:password@localhost</a:t>
                      </a:r>
                      <a:r>
                        <a:rPr lang="en-US" alt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:5432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/dbname'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28627" marR="28627" marT="28627" marB="28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27197"/>
                  </a:ext>
                </a:extLst>
              </a:tr>
              <a:tr h="186077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Base.metadata.create_all(engine)  </a:t>
                      </a:r>
                    </a:p>
                  </a:txBody>
                  <a:tcPr marL="28627" marR="28627" marT="28627" marB="28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004024"/>
                  </a:ext>
                </a:extLst>
              </a:tr>
              <a:tr h="186077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Session = sessionmaker(bind=engine)  </a:t>
                      </a:r>
                    </a:p>
                  </a:txBody>
                  <a:tcPr marL="28627" marR="28627" marT="28627" marB="28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86588"/>
                  </a:ext>
                </a:extLst>
              </a:tr>
              <a:tr h="186077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session = Session()</a:t>
                      </a:r>
                    </a:p>
                  </a:txBody>
                  <a:tcPr marL="28627" marR="28627" marT="28627" marB="28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022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3303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EE8485-BC34-4EA0-8C9A-D810DA7A14EA}"/>
              </a:ext>
            </a:extLst>
          </p:cNvPr>
          <p:cNvSpPr txBox="1"/>
          <p:nvPr/>
        </p:nvSpPr>
        <p:spPr>
          <a:xfrm>
            <a:off x="2846444" y="3857761"/>
            <a:ext cx="7256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dirty="0">
                <a:solidFill>
                  <a:srgbClr val="ACDCEC"/>
                </a:solidFill>
                <a:effectLst/>
                <a:latin typeface="Consolas" panose="020B0609020204030204" pitchFamily="49" charset="0"/>
              </a:rPr>
              <a:t>postgresql://username:password@localhost</a:t>
            </a:r>
            <a:r>
              <a:rPr lang="en-US" altLang="zh-CN" sz="1800" dirty="0">
                <a:solidFill>
                  <a:srgbClr val="ACDCEC"/>
                </a:solidFill>
                <a:effectLst/>
                <a:latin typeface="Consolas" panose="020B0609020204030204" pitchFamily="49" charset="0"/>
              </a:rPr>
              <a:t>:5432</a:t>
            </a:r>
            <a:r>
              <a:rPr lang="zh-CN" sz="1800" dirty="0">
                <a:solidFill>
                  <a:srgbClr val="ACDCEC"/>
                </a:solidFill>
                <a:effectLst/>
                <a:latin typeface="Consolas" panose="020B0609020204030204" pitchFamily="49" charset="0"/>
              </a:rPr>
              <a:t>/dbname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205989-D1A0-4100-AC7A-3926FBBDE883}"/>
              </a:ext>
            </a:extLst>
          </p:cNvPr>
          <p:cNvSpPr txBox="1"/>
          <p:nvPr/>
        </p:nvSpPr>
        <p:spPr>
          <a:xfrm>
            <a:off x="2846444" y="4955041"/>
            <a:ext cx="7684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dirty="0">
                <a:solidFill>
                  <a:srgbClr val="ACDCEC"/>
                </a:solidFill>
                <a:effectLst/>
                <a:latin typeface="Consolas" panose="020B0609020204030204" pitchFamily="49" charset="0"/>
              </a:rPr>
              <a:t>postgresql://</a:t>
            </a:r>
            <a:r>
              <a:rPr lang="en-US" altLang="zh-CN" sz="1800" dirty="0" err="1">
                <a:solidFill>
                  <a:srgbClr val="ACDCEC"/>
                </a:solidFill>
                <a:effectLst/>
                <a:latin typeface="Consolas" panose="020B0609020204030204" pitchFamily="49" charset="0"/>
              </a:rPr>
              <a:t>postgres</a:t>
            </a:r>
            <a:r>
              <a:rPr lang="zh-CN" sz="1800" dirty="0">
                <a:solidFill>
                  <a:srgbClr val="ACDCE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800" dirty="0">
                <a:solidFill>
                  <a:srgbClr val="ACDCEC"/>
                </a:solidFill>
                <a:effectLst/>
                <a:latin typeface="Consolas" panose="020B0609020204030204" pitchFamily="49" charset="0"/>
              </a:rPr>
              <a:t>******</a:t>
            </a:r>
            <a:r>
              <a:rPr lang="zh-CN" sz="1800" dirty="0">
                <a:solidFill>
                  <a:srgbClr val="ACDCEC"/>
                </a:solidFill>
                <a:effectLst/>
                <a:latin typeface="Consolas" panose="020B0609020204030204" pitchFamily="49" charset="0"/>
              </a:rPr>
              <a:t>@localhost</a:t>
            </a:r>
            <a:r>
              <a:rPr lang="en-US" altLang="zh-CN" sz="1800" dirty="0">
                <a:solidFill>
                  <a:srgbClr val="ACDCEC"/>
                </a:solidFill>
                <a:effectLst/>
                <a:latin typeface="Consolas" panose="020B0609020204030204" pitchFamily="49" charset="0"/>
              </a:rPr>
              <a:t>:5432</a:t>
            </a:r>
            <a:r>
              <a:rPr lang="zh-CN" sz="1800" dirty="0">
                <a:solidFill>
                  <a:srgbClr val="ACDCE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dirty="0">
                <a:solidFill>
                  <a:srgbClr val="ACDCEC"/>
                </a:solidFill>
                <a:latin typeface="Consolas" panose="020B0609020204030204" pitchFamily="49" charset="0"/>
              </a:rPr>
              <a:t>dts207tc-lab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53F021-0457-433E-ACFF-BDE31AC85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171" y="1510807"/>
            <a:ext cx="5475157" cy="1918193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5A1224C-1FE3-4B23-8D8A-62D03355A0DB}"/>
              </a:ext>
            </a:extLst>
          </p:cNvPr>
          <p:cNvCxnSpPr/>
          <p:nvPr/>
        </p:nvCxnSpPr>
        <p:spPr>
          <a:xfrm>
            <a:off x="5855583" y="4333780"/>
            <a:ext cx="0" cy="504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218F802-836F-48EF-9940-3E021BAE5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4" y="1533627"/>
            <a:ext cx="4237923" cy="201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0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2C7345-4F05-4C86-B7BC-AB01200E8407}"/>
              </a:ext>
            </a:extLst>
          </p:cNvPr>
          <p:cNvSpPr txBox="1"/>
          <p:nvPr/>
        </p:nvSpPr>
        <p:spPr>
          <a:xfrm>
            <a:off x="1248118" y="811155"/>
            <a:ext cx="1017832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you get error, here are solutions for some common issues:</a:t>
            </a:r>
          </a:p>
          <a:p>
            <a:endParaRPr lang="en-US" dirty="0"/>
          </a:p>
          <a:p>
            <a:pPr algn="l"/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I got error message ‘</a:t>
            </a:r>
            <a:r>
              <a:rPr lang="en-US" b="1" i="0" dirty="0">
                <a:solidFill>
                  <a:srgbClr val="1D2125"/>
                </a:solidFill>
                <a:effectLst/>
                <a:latin typeface="-apple-system"/>
              </a:rPr>
              <a:t>value </a:t>
            </a:r>
            <a:r>
              <a:rPr lang="en-US" b="1" i="0" dirty="0" err="1">
                <a:solidFill>
                  <a:srgbClr val="1D2125"/>
                </a:solidFill>
                <a:effectLst/>
                <a:latin typeface="-apple-system"/>
              </a:rPr>
              <a:t>OutOfRange</a:t>
            </a:r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’: </a:t>
            </a:r>
          </a:p>
          <a:p>
            <a:pPr algn="l"/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- Try to use small value for test or extend the Integer/Numeric to </a:t>
            </a:r>
            <a:r>
              <a:rPr lang="en-US" b="0" i="0" dirty="0" err="1">
                <a:solidFill>
                  <a:srgbClr val="1D2125"/>
                </a:solidFill>
                <a:effectLst/>
                <a:latin typeface="-apple-system"/>
              </a:rPr>
              <a:t>BigInt</a:t>
            </a:r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/</a:t>
            </a:r>
            <a:r>
              <a:rPr lang="en-US" b="0" i="0" dirty="0" err="1">
                <a:solidFill>
                  <a:srgbClr val="1D2125"/>
                </a:solidFill>
                <a:effectLst/>
                <a:latin typeface="-apple-system"/>
              </a:rPr>
              <a:t>DoublePrecision</a:t>
            </a:r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.</a:t>
            </a:r>
          </a:p>
          <a:p>
            <a:pPr algn="l"/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 </a:t>
            </a:r>
          </a:p>
          <a:p>
            <a:pPr algn="l"/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When importing CSV to DB, get error window and only say ‘</a:t>
            </a:r>
            <a:r>
              <a:rPr lang="en-US" b="1" i="0" dirty="0">
                <a:solidFill>
                  <a:srgbClr val="1D2125"/>
                </a:solidFill>
                <a:effectLst/>
                <a:latin typeface="-apple-system"/>
              </a:rPr>
              <a:t>columns</a:t>
            </a:r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’:</a:t>
            </a:r>
          </a:p>
          <a:p>
            <a:pPr algn="l"/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- Make sure the name and data type of every columns are correct in DB Table. For me, I use </a:t>
            </a:r>
            <a:r>
              <a:rPr lang="en-US" b="0" i="0" dirty="0" err="1">
                <a:solidFill>
                  <a:srgbClr val="1D2125"/>
                </a:solidFill>
                <a:effectLst/>
                <a:latin typeface="-apple-system"/>
              </a:rPr>
              <a:t>BigInt</a:t>
            </a:r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 for timestamp, Text for symbol/base/quote_/</a:t>
            </a:r>
            <a:r>
              <a:rPr lang="en-US" b="0" i="0" dirty="0" err="1">
                <a:solidFill>
                  <a:srgbClr val="1D2125"/>
                </a:solidFill>
                <a:effectLst/>
                <a:latin typeface="-apple-system"/>
              </a:rPr>
              <a:t>old_symbol</a:t>
            </a:r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, and numeric for a/</a:t>
            </a:r>
            <a:r>
              <a:rPr lang="en-US" b="0" i="0" dirty="0" err="1">
                <a:solidFill>
                  <a:srgbClr val="1D2125"/>
                </a:solidFill>
                <a:effectLst/>
                <a:latin typeface="-apple-system"/>
              </a:rPr>
              <a:t>aq</a:t>
            </a:r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/b/</a:t>
            </a:r>
            <a:r>
              <a:rPr lang="en-US" b="0" i="0" dirty="0" err="1">
                <a:solidFill>
                  <a:srgbClr val="1D2125"/>
                </a:solidFill>
                <a:effectLst/>
                <a:latin typeface="-apple-system"/>
              </a:rPr>
              <a:t>bq</a:t>
            </a:r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.</a:t>
            </a:r>
          </a:p>
          <a:p>
            <a:pPr algn="l"/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 </a:t>
            </a:r>
          </a:p>
          <a:p>
            <a:pPr algn="l"/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‘</a:t>
            </a:r>
            <a:r>
              <a:rPr lang="en-US" b="1" i="0" dirty="0" err="1">
                <a:solidFill>
                  <a:srgbClr val="1D2125"/>
                </a:solidFill>
                <a:effectLst/>
                <a:latin typeface="-apple-system"/>
              </a:rPr>
              <a:t>UnicodeDecodeError</a:t>
            </a:r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: 'utf-8' codec can't decode byte 0x**’ (This issue can be caused by several reasons):</a:t>
            </a:r>
          </a:p>
          <a:p>
            <a:pPr algn="l"/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-  Manually set the port. This issue can be caused if you have &gt;1 </a:t>
            </a:r>
            <a:r>
              <a:rPr lang="en-US" b="0" i="0" dirty="0" err="1">
                <a:solidFill>
                  <a:srgbClr val="1D2125"/>
                </a:solidFill>
                <a:effectLst/>
                <a:latin typeface="-apple-system"/>
              </a:rPr>
              <a:t>postgresql</a:t>
            </a:r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 server, and the default port 5432 is not the server you want to connect (see </a:t>
            </a:r>
            <a:r>
              <a:rPr lang="en-US" b="0" i="0" u="none" strike="noStrike" dirty="0">
                <a:solidFill>
                  <a:srgbClr val="0F6CBF"/>
                </a:solidFill>
                <a:effectLst/>
                <a:latin typeface="-apple-system"/>
                <a:hlinkClick r:id="rId2"/>
              </a:rPr>
              <a:t>here</a:t>
            </a:r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 for more info). An example link with port setting is given here: '</a:t>
            </a:r>
            <a:r>
              <a:rPr lang="en-US" b="0" i="0" dirty="0" err="1">
                <a:solidFill>
                  <a:srgbClr val="1D2125"/>
                </a:solidFill>
                <a:effectLst/>
                <a:latin typeface="-apple-system"/>
              </a:rPr>
              <a:t>postgresql</a:t>
            </a:r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://postgres:myPassword@localhost:5432/dts207tc-lab'. </a:t>
            </a:r>
          </a:p>
          <a:p>
            <a:pPr algn="l"/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-  Try to remove Chinese(or any non-ascii) path and characters in your username/password.</a:t>
            </a:r>
          </a:p>
          <a:p>
            <a:pPr algn="l"/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-  Check if typo or wrong username/password/</a:t>
            </a:r>
            <a:r>
              <a:rPr lang="en-US" b="0" i="0" dirty="0" err="1">
                <a:solidFill>
                  <a:srgbClr val="1D2125"/>
                </a:solidFill>
                <a:effectLst/>
                <a:latin typeface="-apple-system"/>
              </a:rPr>
              <a:t>dbname</a:t>
            </a:r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 exist in the connection link.</a:t>
            </a:r>
          </a:p>
          <a:p>
            <a:pPr algn="l"/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-  If you include special symbol in your password (like @;‘/#), try</a:t>
            </a:r>
            <a:r>
              <a:rPr lang="zh-CN" altLang="en-US" b="0" i="0" dirty="0">
                <a:solidFill>
                  <a:srgbClr val="1D2125"/>
                </a:solidFill>
                <a:effectLst/>
                <a:latin typeface="-apple-system"/>
              </a:rPr>
              <a:t> </a:t>
            </a:r>
            <a:r>
              <a:rPr lang="en-US" altLang="zh-CN" b="0" i="0" dirty="0">
                <a:solidFill>
                  <a:srgbClr val="1D2125"/>
                </a:solidFill>
                <a:effectLst/>
                <a:latin typeface="-apple-system"/>
              </a:rPr>
              <a:t>to</a:t>
            </a:r>
            <a:r>
              <a:rPr lang="zh-CN" altLang="en-US" b="0" i="0" dirty="0">
                <a:solidFill>
                  <a:srgbClr val="1D2125"/>
                </a:solidFill>
                <a:effectLst/>
                <a:latin typeface="-apple-system"/>
              </a:rPr>
              <a:t> </a:t>
            </a:r>
            <a: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  <a:t>use its URL coding in the connection link.</a:t>
            </a:r>
          </a:p>
        </p:txBody>
      </p:sp>
    </p:spTree>
    <p:extLst>
      <p:ext uri="{BB962C8B-B14F-4D97-AF65-F5344CB8AC3E}">
        <p14:creationId xmlns:p14="http://schemas.microsoft.com/office/powerpoint/2010/main" val="420615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3506-435D-405D-AA50-7182FE5ED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6591"/>
            <a:ext cx="9144000" cy="1364974"/>
          </a:xfrm>
        </p:spPr>
        <p:txBody>
          <a:bodyPr/>
          <a:lstStyle/>
          <a:p>
            <a:r>
              <a:rPr lang="en-US" dirty="0"/>
              <a:t>Step 4 (10 Minutes)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57C09-984E-4639-AD9A-F70AED7CC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60104"/>
            <a:ext cx="9144000" cy="2951923"/>
          </a:xfrm>
        </p:spPr>
        <p:txBody>
          <a:bodyPr/>
          <a:lstStyle/>
          <a:p>
            <a:pPr algn="l"/>
            <a:r>
              <a:rPr lang="en-US" dirty="0"/>
              <a:t>Use </a:t>
            </a:r>
            <a:r>
              <a:rPr lang="en-US" dirty="0" err="1"/>
              <a:t>SQLAlchemy's</a:t>
            </a:r>
            <a:r>
              <a:rPr lang="en-US" dirty="0"/>
              <a:t> Session object to perform database add, delete, modify, and query operations.</a:t>
            </a:r>
          </a:p>
        </p:txBody>
      </p:sp>
    </p:spTree>
    <p:extLst>
      <p:ext uri="{BB962C8B-B14F-4D97-AF65-F5344CB8AC3E}">
        <p14:creationId xmlns:p14="http://schemas.microsoft.com/office/powerpoint/2010/main" val="3466371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EE50AD-7D1D-4040-AF6A-856F86904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529200"/>
              </p:ext>
            </p:extLst>
          </p:nvPr>
        </p:nvGraphicFramePr>
        <p:xfrm>
          <a:off x="581891" y="497553"/>
          <a:ext cx="11166763" cy="5936244"/>
        </p:xfrm>
        <a:graphic>
          <a:graphicData uri="http://schemas.openxmlformats.org/drawingml/2006/table">
            <a:tbl>
              <a:tblPr/>
              <a:tblGrid>
                <a:gridCol w="11166763">
                  <a:extLst>
                    <a:ext uri="{9D8B030D-6E8A-4147-A177-3AD203B41FA5}">
                      <a16:colId xmlns:a16="http://schemas.microsoft.com/office/drawing/2014/main" val="2035127990"/>
                    </a:ext>
                  </a:extLst>
                </a:gridCol>
              </a:tblGrid>
              <a:tr h="23183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6D4BE"/>
                          </a:solidFill>
                          <a:effectLst/>
                          <a:ea typeface="Consolas" panose="020B0609020204030204" pitchFamily="49" charset="0"/>
                        </a:rPr>
                        <a:t># </a:t>
                      </a:r>
                      <a:r>
                        <a:rPr lang="en-US" altLang="zh-CN" sz="2000" dirty="0">
                          <a:solidFill>
                            <a:srgbClr val="D6D4BE"/>
                          </a:solidFill>
                          <a:effectLst/>
                          <a:ea typeface="Microsoft YaHei" panose="020B0503020204020204" pitchFamily="34" charset="-122"/>
                        </a:rPr>
                        <a:t>insert</a:t>
                      </a:r>
                      <a:endParaRPr lang="zh-CN" sz="2000" dirty="0">
                        <a:solidFill>
                          <a:srgbClr val="D6D4BE"/>
                        </a:solidFill>
                        <a:effectLst/>
                      </a:endParaRPr>
                    </a:p>
                  </a:txBody>
                  <a:tcPr marL="35667" marR="35667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317464"/>
                  </a:ext>
                </a:extLst>
              </a:tr>
              <a:tr h="39233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new_market_entry = Market(t</a:t>
                      </a:r>
                      <a:r>
                        <a:rPr lang="en-US" altLang="zh-CN" sz="2000" dirty="0" err="1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imestamp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1715137805000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, symbol=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'EYUD'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, a=</a:t>
                      </a: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0.0483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, aq=</a:t>
                      </a: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3.0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, b=</a:t>
                      </a: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0.0482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, bq=</a:t>
                      </a: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52.0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667" marR="35667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873643"/>
                  </a:ext>
                </a:extLst>
              </a:tr>
              <a:tr h="23183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session.add(new_market_entry)  </a:t>
                      </a:r>
                    </a:p>
                  </a:txBody>
                  <a:tcPr marL="35667" marR="35667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707434"/>
                  </a:ext>
                </a:extLst>
              </a:tr>
              <a:tr h="23183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session.commit()  </a:t>
                      </a:r>
                    </a:p>
                  </a:txBody>
                  <a:tcPr marL="35667" marR="35667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226746"/>
                  </a:ext>
                </a:extLst>
              </a:tr>
              <a:tr h="23183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6D4BE"/>
                          </a:solidFill>
                          <a:effectLst/>
                          <a:ea typeface="Consolas" panose="020B0609020204030204" pitchFamily="49" charset="0"/>
                        </a:rPr>
                        <a:t># </a:t>
                      </a:r>
                      <a:r>
                        <a:rPr lang="en-US" altLang="zh-CN" sz="2000" dirty="0">
                          <a:solidFill>
                            <a:srgbClr val="D6D4BE"/>
                          </a:solidFill>
                          <a:effectLst/>
                          <a:ea typeface="Microsoft YaHei" panose="020B0503020204020204" pitchFamily="34" charset="-122"/>
                        </a:rPr>
                        <a:t>query</a:t>
                      </a:r>
                      <a:endParaRPr lang="zh-CN" sz="2000" dirty="0">
                        <a:solidFill>
                          <a:srgbClr val="D6D4BE"/>
                        </a:solidFill>
                        <a:effectLst/>
                      </a:endParaRPr>
                    </a:p>
                  </a:txBody>
                  <a:tcPr marL="35667" marR="35667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678165"/>
                  </a:ext>
                </a:extLst>
              </a:tr>
              <a:tr h="39233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market_entries = session.query(Market).filter_by(symbol=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'EYCU'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).</a:t>
                      </a: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all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()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667" marR="35667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138041"/>
                  </a:ext>
                </a:extLst>
              </a:tr>
              <a:tr h="23183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f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or</a:t>
                      </a: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entry 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in</a:t>
                      </a: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market_entries:</a:t>
                      </a:r>
                      <a:endParaRPr lang="en-US" altLang="zh-CN" sz="2000" dirty="0">
                        <a:solidFill>
                          <a:srgbClr val="D1D4D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  if entry: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667" marR="35667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473380"/>
                  </a:ext>
                </a:extLst>
              </a:tr>
              <a:tr h="23183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        </a:t>
                      </a: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(entry.t</a:t>
                      </a:r>
                      <a:r>
                        <a:rPr lang="en-US" altLang="zh-CN" sz="2000" dirty="0" err="1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imestamp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, entry.a, entry.aq, entry.b, entry.bq)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667" marR="35667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418801"/>
                  </a:ext>
                </a:extLst>
              </a:tr>
              <a:tr h="23183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6D4BE"/>
                          </a:solidFill>
                          <a:effectLst/>
                          <a:ea typeface="Consolas" panose="020B0609020204030204" pitchFamily="49" charset="0"/>
                        </a:rPr>
                        <a:t># </a:t>
                      </a:r>
                      <a:r>
                        <a:rPr lang="en-US" altLang="zh-CN" sz="2000" dirty="0">
                          <a:solidFill>
                            <a:srgbClr val="D6D4BE"/>
                          </a:solidFill>
                          <a:effectLst/>
                          <a:ea typeface="Microsoft YaHei" panose="020B0503020204020204" pitchFamily="34" charset="-122"/>
                        </a:rPr>
                        <a:t>modify</a:t>
                      </a:r>
                      <a:endParaRPr lang="zh-CN" sz="2000" dirty="0">
                        <a:solidFill>
                          <a:srgbClr val="D6D4BE"/>
                        </a:solidFill>
                        <a:effectLst/>
                      </a:endParaRPr>
                    </a:p>
                  </a:txBody>
                  <a:tcPr marL="35667" marR="35667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60938"/>
                  </a:ext>
                </a:extLst>
              </a:tr>
              <a:tr h="39233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market_entry = session.query(Market).filter_by(t</a:t>
                      </a:r>
                      <a:r>
                        <a:rPr lang="en-US" altLang="zh-CN" sz="2000" dirty="0" err="1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imestamp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1715137804146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).first()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667" marR="35667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002973"/>
                  </a:ext>
                </a:extLst>
              </a:tr>
              <a:tr h="23183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market_entry.a = </a:t>
                      </a: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0.04827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667" marR="35667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930276"/>
                  </a:ext>
                </a:extLst>
              </a:tr>
              <a:tr h="23183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session.commit()  </a:t>
                      </a:r>
                    </a:p>
                  </a:txBody>
                  <a:tcPr marL="35667" marR="35667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990087"/>
                  </a:ext>
                </a:extLst>
              </a:tr>
              <a:tr h="23183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6D4BE"/>
                          </a:solidFill>
                          <a:effectLst/>
                          <a:ea typeface="Consolas" panose="020B0609020204030204" pitchFamily="49" charset="0"/>
                        </a:rPr>
                        <a:t># </a:t>
                      </a:r>
                      <a:r>
                        <a:rPr lang="en-US" altLang="zh-CN" sz="2000" dirty="0">
                          <a:solidFill>
                            <a:srgbClr val="D6D4BE"/>
                          </a:solidFill>
                          <a:effectLst/>
                          <a:ea typeface="Microsoft YaHei" panose="020B0503020204020204" pitchFamily="34" charset="-122"/>
                        </a:rPr>
                        <a:t>delete</a:t>
                      </a:r>
                      <a:endParaRPr lang="zh-CN" sz="2000" dirty="0">
                        <a:solidFill>
                          <a:srgbClr val="D6D4BE"/>
                        </a:solidFill>
                        <a:effectLst/>
                      </a:endParaRPr>
                    </a:p>
                  </a:txBody>
                  <a:tcPr marL="35667" marR="35667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299411"/>
                  </a:ext>
                </a:extLst>
              </a:tr>
              <a:tr h="39233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market_entry_to_delete = session.query(Market).filter_by(t=</a:t>
                      </a: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1715137805000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).first()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667" marR="35667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247301"/>
                  </a:ext>
                </a:extLst>
              </a:tr>
              <a:tr h="23183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session.delete(market_entry_to_delete)  </a:t>
                      </a:r>
                    </a:p>
                  </a:txBody>
                  <a:tcPr marL="35667" marR="35667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545448"/>
                  </a:ext>
                </a:extLst>
              </a:tr>
              <a:tr h="23183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session.commit()</a:t>
                      </a:r>
                    </a:p>
                  </a:txBody>
                  <a:tcPr marL="35667" marR="35667" marT="35667" marB="356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28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11032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2B989B-A9FC-4C8E-94F4-E89938F8F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1359"/>
            <a:ext cx="12192000" cy="495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057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3506-435D-405D-AA50-7182FE5ED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6591"/>
            <a:ext cx="9144000" cy="1364974"/>
          </a:xfrm>
        </p:spPr>
        <p:txBody>
          <a:bodyPr/>
          <a:lstStyle/>
          <a:p>
            <a:r>
              <a:rPr lang="en-US" dirty="0"/>
              <a:t>Step 5 (10 Minutes)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57C09-984E-4639-AD9A-F70AED7CC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84513"/>
            <a:ext cx="9144000" cy="2951923"/>
          </a:xfrm>
        </p:spPr>
        <p:txBody>
          <a:bodyPr/>
          <a:lstStyle/>
          <a:p>
            <a:pPr algn="l"/>
            <a:r>
              <a:rPr lang="en-US" dirty="0"/>
              <a:t>Use </a:t>
            </a:r>
            <a:r>
              <a:rPr lang="en-US" dirty="0" err="1"/>
              <a:t>SQLAlchemy's</a:t>
            </a:r>
            <a:r>
              <a:rPr lang="en-US" dirty="0"/>
              <a:t> query capabilities for data retrieval and analysis.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7DE3BA-3E93-435E-843C-3355AD7855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8081"/>
              </p:ext>
            </p:extLst>
          </p:nvPr>
        </p:nvGraphicFramePr>
        <p:xfrm>
          <a:off x="616226" y="2552845"/>
          <a:ext cx="10959548" cy="4111154"/>
        </p:xfrm>
        <a:graphic>
          <a:graphicData uri="http://schemas.openxmlformats.org/drawingml/2006/table">
            <a:tbl>
              <a:tblPr/>
              <a:tblGrid>
                <a:gridCol w="10959548">
                  <a:extLst>
                    <a:ext uri="{9D8B030D-6E8A-4147-A177-3AD203B41FA5}">
                      <a16:colId xmlns:a16="http://schemas.microsoft.com/office/drawing/2014/main" val="3684426896"/>
                    </a:ext>
                  </a:extLst>
                </a:gridCol>
              </a:tblGrid>
              <a:tr h="591321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6D4BE"/>
                          </a:solidFill>
                          <a:effectLst/>
                          <a:ea typeface="Consolas" panose="020B0609020204030204" pitchFamily="49" charset="0"/>
                        </a:rPr>
                        <a:t># Complex query example: Find all trading pairs with EY as the base currency and sort them in descending order by best offer price</a:t>
                      </a:r>
                      <a:endParaRPr lang="zh-CN" sz="2000" dirty="0">
                        <a:solidFill>
                          <a:srgbClr val="D6D4BE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212770"/>
                  </a:ext>
                </a:extLst>
              </a:tr>
              <a:tr h="566442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ey_base_symbols = session.query(Market).join(Info, Market.symbol == Info.symbol).</a:t>
                      </a: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filter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(Info.base == 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'EY'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).order_by(Market.a.desc()).</a:t>
                      </a: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all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()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859053"/>
                  </a:ext>
                </a:extLst>
              </a:tr>
              <a:tr h="349380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f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or</a:t>
                      </a: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symbol 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in</a:t>
                      </a: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ey_base_symbols:</a:t>
                      </a:r>
                      <a:endParaRPr lang="en-US" altLang="zh-CN" sz="2000" dirty="0">
                        <a:solidFill>
                          <a:srgbClr val="D1D4D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  if symbol: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611530"/>
                  </a:ext>
                </a:extLst>
              </a:tr>
              <a:tr h="591321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        </a:t>
                      </a: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(symbol.symbol, symbol.a) </a:t>
                      </a:r>
                      <a:endParaRPr lang="en-US" altLang="zh-CN" sz="2000" dirty="0">
                        <a:solidFill>
                          <a:srgbClr val="D1D4D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2000" dirty="0">
                        <a:solidFill>
                          <a:srgbClr val="D1D4D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30087"/>
                  </a:ext>
                </a:extLst>
              </a:tr>
              <a:tr h="38284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6D4BE"/>
                          </a:solidFill>
                          <a:effectLst/>
                          <a:ea typeface="Consolas" panose="020B0609020204030204" pitchFamily="49" charset="0"/>
                        </a:rPr>
                        <a:t># </a:t>
                      </a:r>
                      <a:r>
                        <a:rPr lang="en-US" altLang="zh-CN" sz="2000" dirty="0">
                          <a:solidFill>
                            <a:srgbClr val="D6D4BE"/>
                          </a:solidFill>
                          <a:effectLst/>
                          <a:ea typeface="Microsoft YaHei" panose="020B0503020204020204" pitchFamily="34" charset="-122"/>
                        </a:rPr>
                        <a:t>Analysis Example: Calculating the Average Bid-Ask Spread for All Trading Pairs</a:t>
                      </a:r>
                      <a:endParaRPr lang="zh-CN" sz="2000" dirty="0">
                        <a:solidFill>
                          <a:srgbClr val="D6D4BE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651364"/>
                  </a:ext>
                </a:extLst>
              </a:tr>
              <a:tr h="58351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avg_spread = session.query(</a:t>
                      </a:r>
                      <a:r>
                        <a:rPr lang="en-US" altLang="zh-CN" sz="2000" dirty="0" err="1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func.avg</a:t>
                      </a: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Market.a </a:t>
                      </a: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- </a:t>
                      </a:r>
                      <a:r>
                        <a:rPr lang="en-US" altLang="zh-CN" sz="2000" dirty="0" err="1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Market.b</a:t>
                      </a: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).label(</a:t>
                      </a:r>
                      <a:r>
                        <a:rPr lang="en-US" alt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altLang="zh-CN" sz="2000" dirty="0" err="1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avg_spread</a:t>
                      </a:r>
                      <a:r>
                        <a:rPr lang="en-US" alt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).group_by().</a:t>
                      </a:r>
                      <a:r>
                        <a:rPr lang="en-US" alt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scalar</a:t>
                      </a:r>
                      <a:r>
                        <a:rPr 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99198"/>
                  </a:ext>
                </a:extLst>
              </a:tr>
              <a:tr h="591321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f"Average spread: {avg_spread}"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430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3553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640417-27F0-47D6-A5C4-186BD6749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437" y="752475"/>
            <a:ext cx="5953125" cy="535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94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3506-435D-405D-AA50-7182FE5ED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41167"/>
            <a:ext cx="9144000" cy="1364974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57C09-984E-4639-AD9A-F70AED7CC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4248" y="1606141"/>
            <a:ext cx="10163503" cy="2951923"/>
          </a:xfrm>
        </p:spPr>
        <p:txBody>
          <a:bodyPr/>
          <a:lstStyle/>
          <a:p>
            <a:pPr marL="0" indent="0" algn="l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lab, you explored the use of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powerful Python ORM, to interact with a PostgreSQL database. Through step-by-step guidance, you learned to:</a:t>
            </a:r>
          </a:p>
          <a:p>
            <a:pPr algn="l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concept of ORM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its advantages in bridging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gap between databases and application code.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Install and set up SQLAlchemy and PostgreSQL adapter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 models for database tables (Market and Info) using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SQLAlchemy's declarative base.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(Create, Read, Update, Delete) using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SQLAlchemy's Session object to manipulate data.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Write complex queries and conduct basic data analysis using S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QLAlchemy's ORM capabilities. 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185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3002</Words>
  <Application>Microsoft Office PowerPoint</Application>
  <PresentationFormat>Widescreen</PresentationFormat>
  <Paragraphs>130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-apple-system</vt:lpstr>
      <vt:lpstr>Microsoft YaHei</vt:lpstr>
      <vt:lpstr>Arial</vt:lpstr>
      <vt:lpstr>Calibri</vt:lpstr>
      <vt:lpstr>Calibri Light</vt:lpstr>
      <vt:lpstr>Consolas</vt:lpstr>
      <vt:lpstr>Times New Roman</vt:lpstr>
      <vt:lpstr>Office Theme</vt:lpstr>
      <vt:lpstr>DTS207TC Lab W5</vt:lpstr>
      <vt:lpstr>PowerPoint Presentation</vt:lpstr>
      <vt:lpstr>W5-1</vt:lpstr>
      <vt:lpstr>Objectives (1 Hour)</vt:lpstr>
      <vt:lpstr>Step 1 (20 Minutes)</vt:lpstr>
      <vt:lpstr>PowerPoint Presentation</vt:lpstr>
      <vt:lpstr>ORM Notes</vt:lpstr>
      <vt:lpstr>ORM Notes</vt:lpstr>
      <vt:lpstr>PowerPoint Presentation</vt:lpstr>
      <vt:lpstr>Step 2 (10 Minutes)</vt:lpstr>
      <vt:lpstr>PowerPoint Presentation</vt:lpstr>
      <vt:lpstr>PowerPoint Presentation</vt:lpstr>
      <vt:lpstr>PowerPoint Presentation</vt:lpstr>
      <vt:lpstr>Step 3 (10 Minutes)</vt:lpstr>
      <vt:lpstr>PowerPoint Presentation</vt:lpstr>
      <vt:lpstr>PowerPoint Presentation</vt:lpstr>
      <vt:lpstr>PowerPoint Presentation</vt:lpstr>
      <vt:lpstr>Step 4 (10 Minutes)</vt:lpstr>
      <vt:lpstr>PowerPoint Presentation</vt:lpstr>
      <vt:lpstr>PowerPoint Presentation</vt:lpstr>
      <vt:lpstr>Step 5 (10 Minutes)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W10-2-1</dc:title>
  <dc:creator>Hejia Qiu</dc:creator>
  <cp:lastModifiedBy>Hejia Qiu</cp:lastModifiedBy>
  <cp:revision>11</cp:revision>
  <dcterms:created xsi:type="dcterms:W3CDTF">2024-11-05T08:41:33Z</dcterms:created>
  <dcterms:modified xsi:type="dcterms:W3CDTF">2025-10-15T09:24:00Z</dcterms:modified>
</cp:coreProperties>
</file>