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73" r:id="rId4"/>
    <p:sldId id="259" r:id="rId5"/>
    <p:sldId id="274" r:id="rId6"/>
    <p:sldId id="267" r:id="rId7"/>
    <p:sldId id="260" r:id="rId8"/>
    <p:sldId id="268" r:id="rId9"/>
    <p:sldId id="269" r:id="rId10"/>
    <p:sldId id="270" r:id="rId11"/>
    <p:sldId id="271" r:id="rId12"/>
    <p:sldId id="261" r:id="rId13"/>
    <p:sldId id="275" r:id="rId14"/>
    <p:sldId id="27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78"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jia Qiu" userId="11330c03-db52-4a21-b136-9dc8d2118c1f" providerId="ADAL" clId="{F8A7AA29-262D-4DF2-922F-88DC6C4EBA9E}"/>
    <pc:docChg chg="modSld">
      <pc:chgData name="Hejia Qiu" userId="11330c03-db52-4a21-b136-9dc8d2118c1f" providerId="ADAL" clId="{F8A7AA29-262D-4DF2-922F-88DC6C4EBA9E}" dt="2025-09-01T09:01:26.799" v="26" actId="20577"/>
      <pc:docMkLst>
        <pc:docMk/>
      </pc:docMkLst>
      <pc:sldChg chg="modSp mod">
        <pc:chgData name="Hejia Qiu" userId="11330c03-db52-4a21-b136-9dc8d2118c1f" providerId="ADAL" clId="{F8A7AA29-262D-4DF2-922F-88DC6C4EBA9E}" dt="2025-09-01T08:59:42.906" v="5" actId="20577"/>
        <pc:sldMkLst>
          <pc:docMk/>
          <pc:sldMk cId="4090767364" sldId="256"/>
        </pc:sldMkLst>
        <pc:spChg chg="mod">
          <ac:chgData name="Hejia Qiu" userId="11330c03-db52-4a21-b136-9dc8d2118c1f" providerId="ADAL" clId="{F8A7AA29-262D-4DF2-922F-88DC6C4EBA9E}" dt="2025-09-01T08:59:42.906" v="5" actId="20577"/>
          <ac:spMkLst>
            <pc:docMk/>
            <pc:sldMk cId="4090767364" sldId="256"/>
            <ac:spMk id="2" creationId="{840A492D-B58B-4FA1-982B-A5B7DA6E255F}"/>
          </ac:spMkLst>
        </pc:spChg>
      </pc:sldChg>
      <pc:sldChg chg="modSp mod">
        <pc:chgData name="Hejia Qiu" userId="11330c03-db52-4a21-b136-9dc8d2118c1f" providerId="ADAL" clId="{F8A7AA29-262D-4DF2-922F-88DC6C4EBA9E}" dt="2025-09-01T09:01:08.198" v="16" actId="20577"/>
        <pc:sldMkLst>
          <pc:docMk/>
          <pc:sldMk cId="3070682998" sldId="258"/>
        </pc:sldMkLst>
        <pc:spChg chg="mod">
          <ac:chgData name="Hejia Qiu" userId="11330c03-db52-4a21-b136-9dc8d2118c1f" providerId="ADAL" clId="{F8A7AA29-262D-4DF2-922F-88DC6C4EBA9E}" dt="2025-09-01T09:01:08.198" v="16" actId="20577"/>
          <ac:spMkLst>
            <pc:docMk/>
            <pc:sldMk cId="3070682998" sldId="258"/>
            <ac:spMk id="2" creationId="{E8363506-435D-405D-AA50-7182FE5ED318}"/>
          </ac:spMkLst>
        </pc:spChg>
      </pc:sldChg>
      <pc:sldChg chg="modSp mod">
        <pc:chgData name="Hejia Qiu" userId="11330c03-db52-4a21-b136-9dc8d2118c1f" providerId="ADAL" clId="{F8A7AA29-262D-4DF2-922F-88DC6C4EBA9E}" dt="2025-09-01T09:01:13.383" v="18" actId="20577"/>
        <pc:sldMkLst>
          <pc:docMk/>
          <pc:sldMk cId="3208578526" sldId="259"/>
        </pc:sldMkLst>
        <pc:spChg chg="mod">
          <ac:chgData name="Hejia Qiu" userId="11330c03-db52-4a21-b136-9dc8d2118c1f" providerId="ADAL" clId="{F8A7AA29-262D-4DF2-922F-88DC6C4EBA9E}" dt="2025-09-01T09:01:13.383" v="18" actId="20577"/>
          <ac:spMkLst>
            <pc:docMk/>
            <pc:sldMk cId="3208578526" sldId="259"/>
            <ac:spMk id="2" creationId="{E8363506-435D-405D-AA50-7182FE5ED318}"/>
          </ac:spMkLst>
        </pc:spChg>
      </pc:sldChg>
      <pc:sldChg chg="modSp mod">
        <pc:chgData name="Hejia Qiu" userId="11330c03-db52-4a21-b136-9dc8d2118c1f" providerId="ADAL" clId="{F8A7AA29-262D-4DF2-922F-88DC6C4EBA9E}" dt="2025-09-01T09:01:18.913" v="22" actId="20577"/>
        <pc:sldMkLst>
          <pc:docMk/>
          <pc:sldMk cId="3466371568" sldId="260"/>
        </pc:sldMkLst>
        <pc:spChg chg="mod">
          <ac:chgData name="Hejia Qiu" userId="11330c03-db52-4a21-b136-9dc8d2118c1f" providerId="ADAL" clId="{F8A7AA29-262D-4DF2-922F-88DC6C4EBA9E}" dt="2025-09-01T09:01:18.913" v="22" actId="20577"/>
          <ac:spMkLst>
            <pc:docMk/>
            <pc:sldMk cId="3466371568" sldId="260"/>
            <ac:spMk id="2" creationId="{E8363506-435D-405D-AA50-7182FE5ED318}"/>
          </ac:spMkLst>
        </pc:spChg>
      </pc:sldChg>
      <pc:sldChg chg="modSp mod">
        <pc:chgData name="Hejia Qiu" userId="11330c03-db52-4a21-b136-9dc8d2118c1f" providerId="ADAL" clId="{F8A7AA29-262D-4DF2-922F-88DC6C4EBA9E}" dt="2025-09-01T09:01:16.070" v="20" actId="20577"/>
        <pc:sldMkLst>
          <pc:docMk/>
          <pc:sldMk cId="829336842" sldId="267"/>
        </pc:sldMkLst>
        <pc:spChg chg="mod">
          <ac:chgData name="Hejia Qiu" userId="11330c03-db52-4a21-b136-9dc8d2118c1f" providerId="ADAL" clId="{F8A7AA29-262D-4DF2-922F-88DC6C4EBA9E}" dt="2025-09-01T09:01:16.070" v="20" actId="20577"/>
          <ac:spMkLst>
            <pc:docMk/>
            <pc:sldMk cId="829336842" sldId="267"/>
            <ac:spMk id="2" creationId="{E8363506-435D-405D-AA50-7182FE5ED318}"/>
          </ac:spMkLst>
        </pc:spChg>
      </pc:sldChg>
      <pc:sldChg chg="modSp mod">
        <pc:chgData name="Hejia Qiu" userId="11330c03-db52-4a21-b136-9dc8d2118c1f" providerId="ADAL" clId="{F8A7AA29-262D-4DF2-922F-88DC6C4EBA9E}" dt="2025-09-01T09:01:21.932" v="24" actId="20577"/>
        <pc:sldMkLst>
          <pc:docMk/>
          <pc:sldMk cId="1124566466" sldId="268"/>
        </pc:sldMkLst>
        <pc:spChg chg="mod">
          <ac:chgData name="Hejia Qiu" userId="11330c03-db52-4a21-b136-9dc8d2118c1f" providerId="ADAL" clId="{F8A7AA29-262D-4DF2-922F-88DC6C4EBA9E}" dt="2025-09-01T09:01:21.932" v="24" actId="20577"/>
          <ac:spMkLst>
            <pc:docMk/>
            <pc:sldMk cId="1124566466" sldId="268"/>
            <ac:spMk id="2" creationId="{E8363506-435D-405D-AA50-7182FE5ED318}"/>
          </ac:spMkLst>
        </pc:spChg>
      </pc:sldChg>
      <pc:sldChg chg="modSp mod">
        <pc:chgData name="Hejia Qiu" userId="11330c03-db52-4a21-b136-9dc8d2118c1f" providerId="ADAL" clId="{F8A7AA29-262D-4DF2-922F-88DC6C4EBA9E}" dt="2025-09-01T09:01:26.799" v="26" actId="20577"/>
        <pc:sldMkLst>
          <pc:docMk/>
          <pc:sldMk cId="2448662362" sldId="272"/>
        </pc:sldMkLst>
        <pc:spChg chg="mod">
          <ac:chgData name="Hejia Qiu" userId="11330c03-db52-4a21-b136-9dc8d2118c1f" providerId="ADAL" clId="{F8A7AA29-262D-4DF2-922F-88DC6C4EBA9E}" dt="2025-09-01T09:01:26.799" v="26" actId="20577"/>
          <ac:spMkLst>
            <pc:docMk/>
            <pc:sldMk cId="2448662362" sldId="272"/>
            <ac:spMk id="2" creationId="{E8363506-435D-405D-AA50-7182FE5ED318}"/>
          </ac:spMkLst>
        </pc:spChg>
      </pc:sldChg>
    </pc:docChg>
  </pc:docChgLst>
  <pc:docChgLst>
    <pc:chgData name="Hejia Qiu" userId="11330c03-db52-4a21-b136-9dc8d2118c1f" providerId="ADAL" clId="{6D602848-D54A-485E-9D11-E475A701B072}"/>
    <pc:docChg chg="custSel addSld delSld modSld sldOrd">
      <pc:chgData name="Hejia Qiu" userId="11330c03-db52-4a21-b136-9dc8d2118c1f" providerId="ADAL" clId="{6D602848-D54A-485E-9D11-E475A701B072}" dt="2024-11-12T07:46:34.627" v="287"/>
      <pc:docMkLst>
        <pc:docMk/>
      </pc:docMkLst>
      <pc:sldChg chg="modSp mod">
        <pc:chgData name="Hejia Qiu" userId="11330c03-db52-4a21-b136-9dc8d2118c1f" providerId="ADAL" clId="{6D602848-D54A-485E-9D11-E475A701B072}" dt="2024-11-05T12:58:01.863" v="14" actId="20577"/>
        <pc:sldMkLst>
          <pc:docMk/>
          <pc:sldMk cId="4090767364" sldId="256"/>
        </pc:sldMkLst>
        <pc:spChg chg="mod">
          <ac:chgData name="Hejia Qiu" userId="11330c03-db52-4a21-b136-9dc8d2118c1f" providerId="ADAL" clId="{6D602848-D54A-485E-9D11-E475A701B072}" dt="2024-11-05T12:58:01.863" v="14" actId="20577"/>
          <ac:spMkLst>
            <pc:docMk/>
            <pc:sldMk cId="4090767364" sldId="256"/>
            <ac:spMk id="2" creationId="{840A492D-B58B-4FA1-982B-A5B7DA6E255F}"/>
          </ac:spMkLst>
        </pc:spChg>
        <pc:spChg chg="mod">
          <ac:chgData name="Hejia Qiu" userId="11330c03-db52-4a21-b136-9dc8d2118c1f" providerId="ADAL" clId="{6D602848-D54A-485E-9D11-E475A701B072}" dt="2024-11-05T12:57:58.730" v="12" actId="20577"/>
          <ac:spMkLst>
            <pc:docMk/>
            <pc:sldMk cId="4090767364" sldId="256"/>
            <ac:spMk id="3" creationId="{C84021D8-65CF-4934-8D6B-0829E387CC11}"/>
          </ac:spMkLst>
        </pc:spChg>
      </pc:sldChg>
      <pc:sldChg chg="del">
        <pc:chgData name="Hejia Qiu" userId="11330c03-db52-4a21-b136-9dc8d2118c1f" providerId="ADAL" clId="{6D602848-D54A-485E-9D11-E475A701B072}" dt="2024-11-12T07:03:46.794" v="131" actId="47"/>
        <pc:sldMkLst>
          <pc:docMk/>
          <pc:sldMk cId="2230975165" sldId="257"/>
        </pc:sldMkLst>
      </pc:sldChg>
      <pc:sldChg chg="modSp mod">
        <pc:chgData name="Hejia Qiu" userId="11330c03-db52-4a21-b136-9dc8d2118c1f" providerId="ADAL" clId="{6D602848-D54A-485E-9D11-E475A701B072}" dt="2024-11-12T07:04:57.774" v="135" actId="20577"/>
        <pc:sldMkLst>
          <pc:docMk/>
          <pc:sldMk cId="3070682998" sldId="258"/>
        </pc:sldMkLst>
        <pc:spChg chg="mod">
          <ac:chgData name="Hejia Qiu" userId="11330c03-db52-4a21-b136-9dc8d2118c1f" providerId="ADAL" clId="{6D602848-D54A-485E-9D11-E475A701B072}" dt="2024-11-12T07:04:57.774" v="135" actId="20577"/>
          <ac:spMkLst>
            <pc:docMk/>
            <pc:sldMk cId="3070682998" sldId="258"/>
            <ac:spMk id="3" creationId="{D1757C09-984E-4639-AD9A-F70AED7CC054}"/>
          </ac:spMkLst>
        </pc:spChg>
      </pc:sldChg>
      <pc:sldChg chg="addSp delSp modSp mod">
        <pc:chgData name="Hejia Qiu" userId="11330c03-db52-4a21-b136-9dc8d2118c1f" providerId="ADAL" clId="{6D602848-D54A-485E-9D11-E475A701B072}" dt="2024-11-12T07:24:41.926" v="177" actId="20577"/>
        <pc:sldMkLst>
          <pc:docMk/>
          <pc:sldMk cId="3208578526" sldId="259"/>
        </pc:sldMkLst>
        <pc:spChg chg="mod">
          <ac:chgData name="Hejia Qiu" userId="11330c03-db52-4a21-b136-9dc8d2118c1f" providerId="ADAL" clId="{6D602848-D54A-485E-9D11-E475A701B072}" dt="2024-11-05T13:22:55.883" v="121" actId="20577"/>
          <ac:spMkLst>
            <pc:docMk/>
            <pc:sldMk cId="3208578526" sldId="259"/>
            <ac:spMk id="2" creationId="{E8363506-435D-405D-AA50-7182FE5ED318}"/>
          </ac:spMkLst>
        </pc:spChg>
        <pc:spChg chg="mod">
          <ac:chgData name="Hejia Qiu" userId="11330c03-db52-4a21-b136-9dc8d2118c1f" providerId="ADAL" clId="{6D602848-D54A-485E-9D11-E475A701B072}" dt="2024-11-12T07:21:52.940" v="160" actId="20577"/>
          <ac:spMkLst>
            <pc:docMk/>
            <pc:sldMk cId="3208578526" sldId="259"/>
            <ac:spMk id="3" creationId="{D1757C09-984E-4639-AD9A-F70AED7CC054}"/>
          </ac:spMkLst>
        </pc:spChg>
        <pc:graphicFrameChg chg="del">
          <ac:chgData name="Hejia Qiu" userId="11330c03-db52-4a21-b136-9dc8d2118c1f" providerId="ADAL" clId="{6D602848-D54A-485E-9D11-E475A701B072}" dt="2024-11-05T12:59:51.945" v="27" actId="478"/>
          <ac:graphicFrameMkLst>
            <pc:docMk/>
            <pc:sldMk cId="3208578526" sldId="259"/>
            <ac:graphicFrameMk id="4" creationId="{81C07537-6613-4A81-90DF-80996E4516AE}"/>
          </ac:graphicFrameMkLst>
        </pc:graphicFrameChg>
        <pc:graphicFrameChg chg="add mod modGraphic">
          <ac:chgData name="Hejia Qiu" userId="11330c03-db52-4a21-b136-9dc8d2118c1f" providerId="ADAL" clId="{6D602848-D54A-485E-9D11-E475A701B072}" dt="2024-11-12T07:24:41.926" v="177" actId="20577"/>
          <ac:graphicFrameMkLst>
            <pc:docMk/>
            <pc:sldMk cId="3208578526" sldId="259"/>
            <ac:graphicFrameMk id="5" creationId="{54220F78-ACF4-4365-981C-82B6091A836B}"/>
          </ac:graphicFrameMkLst>
        </pc:graphicFrameChg>
        <pc:picChg chg="add mod">
          <ac:chgData name="Hejia Qiu" userId="11330c03-db52-4a21-b136-9dc8d2118c1f" providerId="ADAL" clId="{6D602848-D54A-485E-9D11-E475A701B072}" dt="2024-11-12T07:23:13.679" v="171" actId="1076"/>
          <ac:picMkLst>
            <pc:docMk/>
            <pc:sldMk cId="3208578526" sldId="259"/>
            <ac:picMk id="6" creationId="{4675C3D2-7060-46EF-A780-9C6192A6CF17}"/>
          </ac:picMkLst>
        </pc:picChg>
      </pc:sldChg>
      <pc:sldChg chg="delSp modSp mod">
        <pc:chgData name="Hejia Qiu" userId="11330c03-db52-4a21-b136-9dc8d2118c1f" providerId="ADAL" clId="{6D602848-D54A-485E-9D11-E475A701B072}" dt="2024-11-05T13:23:03.816" v="124" actId="20577"/>
        <pc:sldMkLst>
          <pc:docMk/>
          <pc:sldMk cId="3466371568" sldId="260"/>
        </pc:sldMkLst>
        <pc:spChg chg="mod">
          <ac:chgData name="Hejia Qiu" userId="11330c03-db52-4a21-b136-9dc8d2118c1f" providerId="ADAL" clId="{6D602848-D54A-485E-9D11-E475A701B072}" dt="2024-11-05T13:23:03.816" v="124" actId="20577"/>
          <ac:spMkLst>
            <pc:docMk/>
            <pc:sldMk cId="3466371568" sldId="260"/>
            <ac:spMk id="2" creationId="{E8363506-435D-405D-AA50-7182FE5ED318}"/>
          </ac:spMkLst>
        </pc:spChg>
        <pc:spChg chg="mod">
          <ac:chgData name="Hejia Qiu" userId="11330c03-db52-4a21-b136-9dc8d2118c1f" providerId="ADAL" clId="{6D602848-D54A-485E-9D11-E475A701B072}" dt="2024-11-05T13:02:26.027" v="67" actId="1076"/>
          <ac:spMkLst>
            <pc:docMk/>
            <pc:sldMk cId="3466371568" sldId="260"/>
            <ac:spMk id="3" creationId="{D1757C09-984E-4639-AD9A-F70AED7CC054}"/>
          </ac:spMkLst>
        </pc:spChg>
        <pc:graphicFrameChg chg="del">
          <ac:chgData name="Hejia Qiu" userId="11330c03-db52-4a21-b136-9dc8d2118c1f" providerId="ADAL" clId="{6D602848-D54A-485E-9D11-E475A701B072}" dt="2024-11-05T13:01:59.079" v="54" actId="478"/>
          <ac:graphicFrameMkLst>
            <pc:docMk/>
            <pc:sldMk cId="3466371568" sldId="260"/>
            <ac:graphicFrameMk id="5" creationId="{E66F7B56-D903-4142-B84F-9D0A6B24C00B}"/>
          </ac:graphicFrameMkLst>
        </pc:graphicFrameChg>
      </pc:sldChg>
      <pc:sldChg chg="modSp mod">
        <pc:chgData name="Hejia Qiu" userId="11330c03-db52-4a21-b136-9dc8d2118c1f" providerId="ADAL" clId="{6D602848-D54A-485E-9D11-E475A701B072}" dt="2024-11-05T13:22:28.798" v="119" actId="20577"/>
        <pc:sldMkLst>
          <pc:docMk/>
          <pc:sldMk cId="1893553810" sldId="261"/>
        </pc:sldMkLst>
        <pc:spChg chg="mod">
          <ac:chgData name="Hejia Qiu" userId="11330c03-db52-4a21-b136-9dc8d2118c1f" providerId="ADAL" clId="{6D602848-D54A-485E-9D11-E475A701B072}" dt="2024-11-05T13:07:42.831" v="105" actId="20577"/>
          <ac:spMkLst>
            <pc:docMk/>
            <pc:sldMk cId="1893553810" sldId="261"/>
            <ac:spMk id="2" creationId="{E8363506-435D-405D-AA50-7182FE5ED318}"/>
          </ac:spMkLst>
        </pc:spChg>
        <pc:spChg chg="mod">
          <ac:chgData name="Hejia Qiu" userId="11330c03-db52-4a21-b136-9dc8d2118c1f" providerId="ADAL" clId="{6D602848-D54A-485E-9D11-E475A701B072}" dt="2024-11-05T13:22:28.798" v="119" actId="20577"/>
          <ac:spMkLst>
            <pc:docMk/>
            <pc:sldMk cId="1893553810" sldId="261"/>
            <ac:spMk id="3" creationId="{D1757C09-984E-4639-AD9A-F70AED7CC054}"/>
          </ac:spMkLst>
        </pc:spChg>
      </pc:sldChg>
      <pc:sldChg chg="del">
        <pc:chgData name="Hejia Qiu" userId="11330c03-db52-4a21-b136-9dc8d2118c1f" providerId="ADAL" clId="{6D602848-D54A-485E-9D11-E475A701B072}" dt="2024-11-05T13:22:38.081" v="120" actId="47"/>
        <pc:sldMkLst>
          <pc:docMk/>
          <pc:sldMk cId="3452095682" sldId="262"/>
        </pc:sldMkLst>
      </pc:sldChg>
      <pc:sldChg chg="del">
        <pc:chgData name="Hejia Qiu" userId="11330c03-db52-4a21-b136-9dc8d2118c1f" providerId="ADAL" clId="{6D602848-D54A-485E-9D11-E475A701B072}" dt="2024-11-05T13:22:38.081" v="120" actId="47"/>
        <pc:sldMkLst>
          <pc:docMk/>
          <pc:sldMk cId="2223540897" sldId="263"/>
        </pc:sldMkLst>
      </pc:sldChg>
      <pc:sldChg chg="del">
        <pc:chgData name="Hejia Qiu" userId="11330c03-db52-4a21-b136-9dc8d2118c1f" providerId="ADAL" clId="{6D602848-D54A-485E-9D11-E475A701B072}" dt="2024-11-05T13:22:38.081" v="120" actId="47"/>
        <pc:sldMkLst>
          <pc:docMk/>
          <pc:sldMk cId="3773065776" sldId="264"/>
        </pc:sldMkLst>
      </pc:sldChg>
      <pc:sldChg chg="del">
        <pc:chgData name="Hejia Qiu" userId="11330c03-db52-4a21-b136-9dc8d2118c1f" providerId="ADAL" clId="{6D602848-D54A-485E-9D11-E475A701B072}" dt="2024-11-05T13:22:38.081" v="120" actId="47"/>
        <pc:sldMkLst>
          <pc:docMk/>
          <pc:sldMk cId="47687932" sldId="265"/>
        </pc:sldMkLst>
      </pc:sldChg>
      <pc:sldChg chg="del">
        <pc:chgData name="Hejia Qiu" userId="11330c03-db52-4a21-b136-9dc8d2118c1f" providerId="ADAL" clId="{6D602848-D54A-485E-9D11-E475A701B072}" dt="2024-11-05T13:22:38.081" v="120" actId="47"/>
        <pc:sldMkLst>
          <pc:docMk/>
          <pc:sldMk cId="2763248570" sldId="266"/>
        </pc:sldMkLst>
      </pc:sldChg>
      <pc:sldChg chg="addSp delSp modSp add mod">
        <pc:chgData name="Hejia Qiu" userId="11330c03-db52-4a21-b136-9dc8d2118c1f" providerId="ADAL" clId="{6D602848-D54A-485E-9D11-E475A701B072}" dt="2024-11-12T07:27:59.923" v="190"/>
        <pc:sldMkLst>
          <pc:docMk/>
          <pc:sldMk cId="829336842" sldId="267"/>
        </pc:sldMkLst>
        <pc:spChg chg="mod">
          <ac:chgData name="Hejia Qiu" userId="11330c03-db52-4a21-b136-9dc8d2118c1f" providerId="ADAL" clId="{6D602848-D54A-485E-9D11-E475A701B072}" dt="2024-11-05T13:22:59.278" v="122" actId="20577"/>
          <ac:spMkLst>
            <pc:docMk/>
            <pc:sldMk cId="829336842" sldId="267"/>
            <ac:spMk id="2" creationId="{E8363506-435D-405D-AA50-7182FE5ED318}"/>
          </ac:spMkLst>
        </pc:spChg>
        <pc:spChg chg="mod">
          <ac:chgData name="Hejia Qiu" userId="11330c03-db52-4a21-b136-9dc8d2118c1f" providerId="ADAL" clId="{6D602848-D54A-485E-9D11-E475A701B072}" dt="2024-11-05T13:00:50.031" v="39"/>
          <ac:spMkLst>
            <pc:docMk/>
            <pc:sldMk cId="829336842" sldId="267"/>
            <ac:spMk id="3" creationId="{D1757C09-984E-4639-AD9A-F70AED7CC054}"/>
          </ac:spMkLst>
        </pc:spChg>
        <pc:graphicFrameChg chg="add del mod">
          <ac:chgData name="Hejia Qiu" userId="11330c03-db52-4a21-b136-9dc8d2118c1f" providerId="ADAL" clId="{6D602848-D54A-485E-9D11-E475A701B072}" dt="2024-11-05T13:00:59.708" v="41"/>
          <ac:graphicFrameMkLst>
            <pc:docMk/>
            <pc:sldMk cId="829336842" sldId="267"/>
            <ac:graphicFrameMk id="4" creationId="{895D15ED-F74B-435D-8A3B-EB2405AC9454}"/>
          </ac:graphicFrameMkLst>
        </pc:graphicFrameChg>
        <pc:graphicFrameChg chg="del">
          <ac:chgData name="Hejia Qiu" userId="11330c03-db52-4a21-b136-9dc8d2118c1f" providerId="ADAL" clId="{6D602848-D54A-485E-9D11-E475A701B072}" dt="2024-11-05T13:01:02.831" v="42" actId="478"/>
          <ac:graphicFrameMkLst>
            <pc:docMk/>
            <pc:sldMk cId="829336842" sldId="267"/>
            <ac:graphicFrameMk id="5" creationId="{54220F78-ACF4-4365-981C-82B6091A836B}"/>
          </ac:graphicFrameMkLst>
        </pc:graphicFrameChg>
        <pc:graphicFrameChg chg="add mod modGraphic">
          <ac:chgData name="Hejia Qiu" userId="11330c03-db52-4a21-b136-9dc8d2118c1f" providerId="ADAL" clId="{6D602848-D54A-485E-9D11-E475A701B072}" dt="2024-11-12T07:27:59.923" v="190"/>
          <ac:graphicFrameMkLst>
            <pc:docMk/>
            <pc:sldMk cId="829336842" sldId="267"/>
            <ac:graphicFrameMk id="6" creationId="{862E197E-06AC-43CD-920C-AED75B9C9382}"/>
          </ac:graphicFrameMkLst>
        </pc:graphicFrameChg>
      </pc:sldChg>
      <pc:sldChg chg="modSp add mod">
        <pc:chgData name="Hejia Qiu" userId="11330c03-db52-4a21-b136-9dc8d2118c1f" providerId="ADAL" clId="{6D602848-D54A-485E-9D11-E475A701B072}" dt="2024-11-05T13:23:06.447" v="126" actId="20577"/>
        <pc:sldMkLst>
          <pc:docMk/>
          <pc:sldMk cId="1124566466" sldId="268"/>
        </pc:sldMkLst>
        <pc:spChg chg="mod">
          <ac:chgData name="Hejia Qiu" userId="11330c03-db52-4a21-b136-9dc8d2118c1f" providerId="ADAL" clId="{6D602848-D54A-485E-9D11-E475A701B072}" dt="2024-11-05T13:23:06.447" v="126" actId="20577"/>
          <ac:spMkLst>
            <pc:docMk/>
            <pc:sldMk cId="1124566466" sldId="268"/>
            <ac:spMk id="2" creationId="{E8363506-435D-405D-AA50-7182FE5ED318}"/>
          </ac:spMkLst>
        </pc:spChg>
        <pc:spChg chg="mod">
          <ac:chgData name="Hejia Qiu" userId="11330c03-db52-4a21-b136-9dc8d2118c1f" providerId="ADAL" clId="{6D602848-D54A-485E-9D11-E475A701B072}" dt="2024-11-05T13:03:18.449" v="75" actId="1076"/>
          <ac:spMkLst>
            <pc:docMk/>
            <pc:sldMk cId="1124566466" sldId="268"/>
            <ac:spMk id="3" creationId="{D1757C09-984E-4639-AD9A-F70AED7CC054}"/>
          </ac:spMkLst>
        </pc:spChg>
      </pc:sldChg>
      <pc:sldChg chg="addSp delSp modSp new mod">
        <pc:chgData name="Hejia Qiu" userId="11330c03-db52-4a21-b136-9dc8d2118c1f" providerId="ADAL" clId="{6D602848-D54A-485E-9D11-E475A701B072}" dt="2024-11-12T07:43:04.380" v="199" actId="20577"/>
        <pc:sldMkLst>
          <pc:docMk/>
          <pc:sldMk cId="482912517" sldId="269"/>
        </pc:sldMkLst>
        <pc:spChg chg="del">
          <ac:chgData name="Hejia Qiu" userId="11330c03-db52-4a21-b136-9dc8d2118c1f" providerId="ADAL" clId="{6D602848-D54A-485E-9D11-E475A701B072}" dt="2024-11-05T13:03:25.155" v="77" actId="478"/>
          <ac:spMkLst>
            <pc:docMk/>
            <pc:sldMk cId="482912517" sldId="269"/>
            <ac:spMk id="2" creationId="{BEC03596-4ED3-41C2-BCDE-926B1FA671A6}"/>
          </ac:spMkLst>
        </pc:spChg>
        <pc:spChg chg="del">
          <ac:chgData name="Hejia Qiu" userId="11330c03-db52-4a21-b136-9dc8d2118c1f" providerId="ADAL" clId="{6D602848-D54A-485E-9D11-E475A701B072}" dt="2024-11-05T13:03:26.165" v="78" actId="478"/>
          <ac:spMkLst>
            <pc:docMk/>
            <pc:sldMk cId="482912517" sldId="269"/>
            <ac:spMk id="3" creationId="{EF292FAA-8FAF-4C2D-A929-A0E6CD071ECD}"/>
          </ac:spMkLst>
        </pc:spChg>
        <pc:graphicFrameChg chg="add mod modGraphic">
          <ac:chgData name="Hejia Qiu" userId="11330c03-db52-4a21-b136-9dc8d2118c1f" providerId="ADAL" clId="{6D602848-D54A-485E-9D11-E475A701B072}" dt="2024-11-12T07:43:04.380" v="199" actId="20577"/>
          <ac:graphicFrameMkLst>
            <pc:docMk/>
            <pc:sldMk cId="482912517" sldId="269"/>
            <ac:graphicFrameMk id="4" creationId="{F1E78BF4-8818-4768-B945-588C044C2882}"/>
          </ac:graphicFrameMkLst>
        </pc:graphicFrameChg>
      </pc:sldChg>
      <pc:sldChg chg="addSp delSp modSp new mod">
        <pc:chgData name="Hejia Qiu" userId="11330c03-db52-4a21-b136-9dc8d2118c1f" providerId="ADAL" clId="{6D602848-D54A-485E-9D11-E475A701B072}" dt="2024-11-12T07:45:04.307" v="277"/>
        <pc:sldMkLst>
          <pc:docMk/>
          <pc:sldMk cId="2269039165" sldId="270"/>
        </pc:sldMkLst>
        <pc:spChg chg="del">
          <ac:chgData name="Hejia Qiu" userId="11330c03-db52-4a21-b136-9dc8d2118c1f" providerId="ADAL" clId="{6D602848-D54A-485E-9D11-E475A701B072}" dt="2024-11-05T13:04:44.171" v="92" actId="478"/>
          <ac:spMkLst>
            <pc:docMk/>
            <pc:sldMk cId="2269039165" sldId="270"/>
            <ac:spMk id="2" creationId="{9817AA89-7B57-4E7E-8741-B70720921F05}"/>
          </ac:spMkLst>
        </pc:spChg>
        <pc:spChg chg="del">
          <ac:chgData name="Hejia Qiu" userId="11330c03-db52-4a21-b136-9dc8d2118c1f" providerId="ADAL" clId="{6D602848-D54A-485E-9D11-E475A701B072}" dt="2024-11-05T13:04:42.870" v="91" actId="478"/>
          <ac:spMkLst>
            <pc:docMk/>
            <pc:sldMk cId="2269039165" sldId="270"/>
            <ac:spMk id="3" creationId="{FD012920-DEAA-4164-B6C8-726E6A91348A}"/>
          </ac:spMkLst>
        </pc:spChg>
        <pc:graphicFrameChg chg="add mod modGraphic">
          <ac:chgData name="Hejia Qiu" userId="11330c03-db52-4a21-b136-9dc8d2118c1f" providerId="ADAL" clId="{6D602848-D54A-485E-9D11-E475A701B072}" dt="2024-11-12T07:45:04.307" v="277"/>
          <ac:graphicFrameMkLst>
            <pc:docMk/>
            <pc:sldMk cId="2269039165" sldId="270"/>
            <ac:graphicFrameMk id="4" creationId="{2CE01AA7-C5F0-4B8B-B7F8-6A6D754D6484}"/>
          </ac:graphicFrameMkLst>
        </pc:graphicFrameChg>
      </pc:sldChg>
      <pc:sldChg chg="modSp add mod">
        <pc:chgData name="Hejia Qiu" userId="11330c03-db52-4a21-b136-9dc8d2118c1f" providerId="ADAL" clId="{6D602848-D54A-485E-9D11-E475A701B072}" dt="2024-11-12T07:44:53.414" v="271" actId="20577"/>
        <pc:sldMkLst>
          <pc:docMk/>
          <pc:sldMk cId="3578669445" sldId="271"/>
        </pc:sldMkLst>
        <pc:graphicFrameChg chg="mod modGraphic">
          <ac:chgData name="Hejia Qiu" userId="11330c03-db52-4a21-b136-9dc8d2118c1f" providerId="ADAL" clId="{6D602848-D54A-485E-9D11-E475A701B072}" dt="2024-11-12T07:44:53.414" v="271" actId="20577"/>
          <ac:graphicFrameMkLst>
            <pc:docMk/>
            <pc:sldMk cId="3578669445" sldId="271"/>
            <ac:graphicFrameMk id="4" creationId="{2CE01AA7-C5F0-4B8B-B7F8-6A6D754D6484}"/>
          </ac:graphicFrameMkLst>
        </pc:graphicFrameChg>
      </pc:sldChg>
      <pc:sldChg chg="modSp add mod ord">
        <pc:chgData name="Hejia Qiu" userId="11330c03-db52-4a21-b136-9dc8d2118c1f" providerId="ADAL" clId="{6D602848-D54A-485E-9D11-E475A701B072}" dt="2024-11-05T13:23:12.859" v="130" actId="20577"/>
        <pc:sldMkLst>
          <pc:docMk/>
          <pc:sldMk cId="2448662362" sldId="272"/>
        </pc:sldMkLst>
        <pc:spChg chg="mod">
          <ac:chgData name="Hejia Qiu" userId="11330c03-db52-4a21-b136-9dc8d2118c1f" providerId="ADAL" clId="{6D602848-D54A-485E-9D11-E475A701B072}" dt="2024-11-05T13:23:12.859" v="130" actId="20577"/>
          <ac:spMkLst>
            <pc:docMk/>
            <pc:sldMk cId="2448662362" sldId="272"/>
            <ac:spMk id="2" creationId="{E8363506-435D-405D-AA50-7182FE5ED318}"/>
          </ac:spMkLst>
        </pc:spChg>
        <pc:spChg chg="mod">
          <ac:chgData name="Hejia Qiu" userId="11330c03-db52-4a21-b136-9dc8d2118c1f" providerId="ADAL" clId="{6D602848-D54A-485E-9D11-E475A701B072}" dt="2024-11-05T13:07:17.538" v="104"/>
          <ac:spMkLst>
            <pc:docMk/>
            <pc:sldMk cId="2448662362" sldId="272"/>
            <ac:spMk id="3" creationId="{D1757C09-984E-4639-AD9A-F70AED7CC054}"/>
          </ac:spMkLst>
        </pc:spChg>
      </pc:sldChg>
      <pc:sldChg chg="addSp delSp modSp new mod">
        <pc:chgData name="Hejia Qiu" userId="11330c03-db52-4a21-b136-9dc8d2118c1f" providerId="ADAL" clId="{6D602848-D54A-485E-9D11-E475A701B072}" dt="2024-11-12T07:06:37.597" v="139" actId="478"/>
        <pc:sldMkLst>
          <pc:docMk/>
          <pc:sldMk cId="2841946446" sldId="273"/>
        </pc:sldMkLst>
        <pc:spChg chg="del">
          <ac:chgData name="Hejia Qiu" userId="11330c03-db52-4a21-b136-9dc8d2118c1f" providerId="ADAL" clId="{6D602848-D54A-485E-9D11-E475A701B072}" dt="2024-11-12T07:06:37.597" v="139" actId="478"/>
          <ac:spMkLst>
            <pc:docMk/>
            <pc:sldMk cId="2841946446" sldId="273"/>
            <ac:spMk id="2" creationId="{26E1C8B5-7E5E-49B8-8E0A-9B68F2D3A471}"/>
          </ac:spMkLst>
        </pc:spChg>
        <pc:spChg chg="del">
          <ac:chgData name="Hejia Qiu" userId="11330c03-db52-4a21-b136-9dc8d2118c1f" providerId="ADAL" clId="{6D602848-D54A-485E-9D11-E475A701B072}" dt="2024-11-12T07:06:36.769" v="138" actId="478"/>
          <ac:spMkLst>
            <pc:docMk/>
            <pc:sldMk cId="2841946446" sldId="273"/>
            <ac:spMk id="3" creationId="{855199E4-472A-437D-BF31-4712C0D9A4CD}"/>
          </ac:spMkLst>
        </pc:spChg>
        <pc:picChg chg="add mod">
          <ac:chgData name="Hejia Qiu" userId="11330c03-db52-4a21-b136-9dc8d2118c1f" providerId="ADAL" clId="{6D602848-D54A-485E-9D11-E475A701B072}" dt="2024-11-12T07:06:31.981" v="137"/>
          <ac:picMkLst>
            <pc:docMk/>
            <pc:sldMk cId="2841946446" sldId="273"/>
            <ac:picMk id="5" creationId="{F194A1F5-7CBC-46E6-93B9-AF09A1CCAA35}"/>
          </ac:picMkLst>
        </pc:picChg>
      </pc:sldChg>
      <pc:sldChg chg="addSp delSp new mod">
        <pc:chgData name="Hejia Qiu" userId="11330c03-db52-4a21-b136-9dc8d2118c1f" providerId="ADAL" clId="{6D602848-D54A-485E-9D11-E475A701B072}" dt="2024-11-12T07:26:01.623" v="181" actId="22"/>
        <pc:sldMkLst>
          <pc:docMk/>
          <pc:sldMk cId="3181495427" sldId="274"/>
        </pc:sldMkLst>
        <pc:spChg chg="del">
          <ac:chgData name="Hejia Qiu" userId="11330c03-db52-4a21-b136-9dc8d2118c1f" providerId="ADAL" clId="{6D602848-D54A-485E-9D11-E475A701B072}" dt="2024-11-12T07:25:59.628" v="179" actId="478"/>
          <ac:spMkLst>
            <pc:docMk/>
            <pc:sldMk cId="3181495427" sldId="274"/>
            <ac:spMk id="2" creationId="{376122D3-F201-4F39-80C6-8F864A02E7F1}"/>
          </ac:spMkLst>
        </pc:spChg>
        <pc:spChg chg="del">
          <ac:chgData name="Hejia Qiu" userId="11330c03-db52-4a21-b136-9dc8d2118c1f" providerId="ADAL" clId="{6D602848-D54A-485E-9D11-E475A701B072}" dt="2024-11-12T07:26:00.489" v="180" actId="478"/>
          <ac:spMkLst>
            <pc:docMk/>
            <pc:sldMk cId="3181495427" sldId="274"/>
            <ac:spMk id="3" creationId="{8D07ECA5-F7BB-42BC-8708-B2DA2934864F}"/>
          </ac:spMkLst>
        </pc:spChg>
        <pc:picChg chg="add">
          <ac:chgData name="Hejia Qiu" userId="11330c03-db52-4a21-b136-9dc8d2118c1f" providerId="ADAL" clId="{6D602848-D54A-485E-9D11-E475A701B072}" dt="2024-11-12T07:26:01.623" v="181" actId="22"/>
          <ac:picMkLst>
            <pc:docMk/>
            <pc:sldMk cId="3181495427" sldId="274"/>
            <ac:picMk id="5" creationId="{FA307DE7-C515-4124-BEE7-E6B56D0E3F18}"/>
          </ac:picMkLst>
        </pc:picChg>
      </pc:sldChg>
      <pc:sldChg chg="addSp delSp new mod ord">
        <pc:chgData name="Hejia Qiu" userId="11330c03-db52-4a21-b136-9dc8d2118c1f" providerId="ADAL" clId="{6D602848-D54A-485E-9D11-E475A701B072}" dt="2024-11-12T07:46:34.627" v="287"/>
        <pc:sldMkLst>
          <pc:docMk/>
          <pc:sldMk cId="1387889273" sldId="275"/>
        </pc:sldMkLst>
        <pc:spChg chg="del">
          <ac:chgData name="Hejia Qiu" userId="11330c03-db52-4a21-b136-9dc8d2118c1f" providerId="ADAL" clId="{6D602848-D54A-485E-9D11-E475A701B072}" dt="2024-11-12T07:45:34.433" v="280" actId="478"/>
          <ac:spMkLst>
            <pc:docMk/>
            <pc:sldMk cId="1387889273" sldId="275"/>
            <ac:spMk id="2" creationId="{3F731E27-3FDD-42BF-A863-33557E652E31}"/>
          </ac:spMkLst>
        </pc:spChg>
        <pc:spChg chg="del">
          <ac:chgData name="Hejia Qiu" userId="11330c03-db52-4a21-b136-9dc8d2118c1f" providerId="ADAL" clId="{6D602848-D54A-485E-9D11-E475A701B072}" dt="2024-11-12T07:45:33.059" v="279" actId="478"/>
          <ac:spMkLst>
            <pc:docMk/>
            <pc:sldMk cId="1387889273" sldId="275"/>
            <ac:spMk id="3" creationId="{0A3ABCC5-94A0-4450-BCFD-1710C0E8184E}"/>
          </ac:spMkLst>
        </pc:spChg>
        <pc:picChg chg="add">
          <ac:chgData name="Hejia Qiu" userId="11330c03-db52-4a21-b136-9dc8d2118c1f" providerId="ADAL" clId="{6D602848-D54A-485E-9D11-E475A701B072}" dt="2024-11-12T07:45:34.967" v="281" actId="22"/>
          <ac:picMkLst>
            <pc:docMk/>
            <pc:sldMk cId="1387889273" sldId="275"/>
            <ac:picMk id="5" creationId="{4DF8AA3E-E17E-4FBE-880E-72A257F8473F}"/>
          </ac:picMkLst>
        </pc:picChg>
      </pc:sldChg>
    </pc:docChg>
  </pc:docChgLst>
  <pc:docChgLst>
    <pc:chgData name="Hejia Qiu" userId="11330c03-db52-4a21-b136-9dc8d2118c1f" providerId="ADAL" clId="{B84A1ADB-0A1C-4304-A3B3-928D7F992E16}"/>
    <pc:docChg chg="undo custSel addSld modSld sldOrd">
      <pc:chgData name="Hejia Qiu" userId="11330c03-db52-4a21-b136-9dc8d2118c1f" providerId="ADAL" clId="{B84A1ADB-0A1C-4304-A3B3-928D7F992E16}" dt="2024-11-05T11:19:00.819" v="854" actId="20577"/>
      <pc:docMkLst>
        <pc:docMk/>
      </pc:docMkLst>
      <pc:sldChg chg="modSp new mod">
        <pc:chgData name="Hejia Qiu" userId="11330c03-db52-4a21-b136-9dc8d2118c1f" providerId="ADAL" clId="{B84A1ADB-0A1C-4304-A3B3-928D7F992E16}" dt="2024-11-05T10:31:12.083" v="34" actId="20577"/>
        <pc:sldMkLst>
          <pc:docMk/>
          <pc:sldMk cId="4090767364" sldId="256"/>
        </pc:sldMkLst>
        <pc:spChg chg="mod">
          <ac:chgData name="Hejia Qiu" userId="11330c03-db52-4a21-b136-9dc8d2118c1f" providerId="ADAL" clId="{B84A1ADB-0A1C-4304-A3B3-928D7F992E16}" dt="2024-11-05T08:41:52.126" v="7" actId="20577"/>
          <ac:spMkLst>
            <pc:docMk/>
            <pc:sldMk cId="4090767364" sldId="256"/>
            <ac:spMk id="2" creationId="{840A492D-B58B-4FA1-982B-A5B7DA6E255F}"/>
          </ac:spMkLst>
        </pc:spChg>
        <pc:spChg chg="mod">
          <ac:chgData name="Hejia Qiu" userId="11330c03-db52-4a21-b136-9dc8d2118c1f" providerId="ADAL" clId="{B84A1ADB-0A1C-4304-A3B3-928D7F992E16}" dt="2024-11-05T10:31:12.083" v="34" actId="20577"/>
          <ac:spMkLst>
            <pc:docMk/>
            <pc:sldMk cId="4090767364" sldId="256"/>
            <ac:spMk id="3" creationId="{C84021D8-65CF-4934-8D6B-0829E387CC11}"/>
          </ac:spMkLst>
        </pc:spChg>
      </pc:sldChg>
      <pc:sldChg chg="modSp new mod">
        <pc:chgData name="Hejia Qiu" userId="11330c03-db52-4a21-b136-9dc8d2118c1f" providerId="ADAL" clId="{B84A1ADB-0A1C-4304-A3B3-928D7F992E16}" dt="2024-11-05T10:33:16.196" v="176" actId="20577"/>
        <pc:sldMkLst>
          <pc:docMk/>
          <pc:sldMk cId="2230975165" sldId="257"/>
        </pc:sldMkLst>
        <pc:spChg chg="mod">
          <ac:chgData name="Hejia Qiu" userId="11330c03-db52-4a21-b136-9dc8d2118c1f" providerId="ADAL" clId="{B84A1ADB-0A1C-4304-A3B3-928D7F992E16}" dt="2024-11-05T10:33:16.196" v="176" actId="20577"/>
          <ac:spMkLst>
            <pc:docMk/>
            <pc:sldMk cId="2230975165" sldId="257"/>
            <ac:spMk id="2" creationId="{881D5F39-A8FF-4BD6-852B-0D81A8CA2075}"/>
          </ac:spMkLst>
        </pc:spChg>
        <pc:spChg chg="mod">
          <ac:chgData name="Hejia Qiu" userId="11330c03-db52-4a21-b136-9dc8d2118c1f" providerId="ADAL" clId="{B84A1ADB-0A1C-4304-A3B3-928D7F992E16}" dt="2024-11-05T10:33:12.219" v="167" actId="20577"/>
          <ac:spMkLst>
            <pc:docMk/>
            <pc:sldMk cId="2230975165" sldId="257"/>
            <ac:spMk id="3" creationId="{4F9FE8C2-43DB-476D-AB24-F67A8FA1494A}"/>
          </ac:spMkLst>
        </pc:spChg>
      </pc:sldChg>
      <pc:sldChg chg="modSp new mod">
        <pc:chgData name="Hejia Qiu" userId="11330c03-db52-4a21-b136-9dc8d2118c1f" providerId="ADAL" clId="{B84A1ADB-0A1C-4304-A3B3-928D7F992E16}" dt="2024-11-05T10:47:03.838" v="355"/>
        <pc:sldMkLst>
          <pc:docMk/>
          <pc:sldMk cId="3070682998" sldId="258"/>
        </pc:sldMkLst>
        <pc:spChg chg="mod">
          <ac:chgData name="Hejia Qiu" userId="11330c03-db52-4a21-b136-9dc8d2118c1f" providerId="ADAL" clId="{B84A1ADB-0A1C-4304-A3B3-928D7F992E16}" dt="2024-11-05T10:35:14.338" v="216" actId="14100"/>
          <ac:spMkLst>
            <pc:docMk/>
            <pc:sldMk cId="3070682998" sldId="258"/>
            <ac:spMk id="2" creationId="{E8363506-435D-405D-AA50-7182FE5ED318}"/>
          </ac:spMkLst>
        </pc:spChg>
        <pc:spChg chg="mod">
          <ac:chgData name="Hejia Qiu" userId="11330c03-db52-4a21-b136-9dc8d2118c1f" providerId="ADAL" clId="{B84A1ADB-0A1C-4304-A3B3-928D7F992E16}" dt="2024-11-05T10:47:03.838" v="355"/>
          <ac:spMkLst>
            <pc:docMk/>
            <pc:sldMk cId="3070682998" sldId="258"/>
            <ac:spMk id="3" creationId="{D1757C09-984E-4639-AD9A-F70AED7CC054}"/>
          </ac:spMkLst>
        </pc:spChg>
      </pc:sldChg>
      <pc:sldChg chg="addSp modSp add mod">
        <pc:chgData name="Hejia Qiu" userId="11330c03-db52-4a21-b136-9dc8d2118c1f" providerId="ADAL" clId="{B84A1ADB-0A1C-4304-A3B3-928D7F992E16}" dt="2024-11-05T11:18:09.493" v="838" actId="20577"/>
        <pc:sldMkLst>
          <pc:docMk/>
          <pc:sldMk cId="3208578526" sldId="259"/>
        </pc:sldMkLst>
        <pc:spChg chg="mod">
          <ac:chgData name="Hejia Qiu" userId="11330c03-db52-4a21-b136-9dc8d2118c1f" providerId="ADAL" clId="{B84A1ADB-0A1C-4304-A3B3-928D7F992E16}" dt="2024-11-05T10:46:06.943" v="347" actId="20577"/>
          <ac:spMkLst>
            <pc:docMk/>
            <pc:sldMk cId="3208578526" sldId="259"/>
            <ac:spMk id="2" creationId="{E8363506-435D-405D-AA50-7182FE5ED318}"/>
          </ac:spMkLst>
        </pc:spChg>
        <pc:spChg chg="mod">
          <ac:chgData name="Hejia Qiu" userId="11330c03-db52-4a21-b136-9dc8d2118c1f" providerId="ADAL" clId="{B84A1ADB-0A1C-4304-A3B3-928D7F992E16}" dt="2024-11-05T10:48:35.583" v="379" actId="1076"/>
          <ac:spMkLst>
            <pc:docMk/>
            <pc:sldMk cId="3208578526" sldId="259"/>
            <ac:spMk id="3" creationId="{D1757C09-984E-4639-AD9A-F70AED7CC054}"/>
          </ac:spMkLst>
        </pc:spChg>
        <pc:graphicFrameChg chg="add mod modGraphic">
          <ac:chgData name="Hejia Qiu" userId="11330c03-db52-4a21-b136-9dc8d2118c1f" providerId="ADAL" clId="{B84A1ADB-0A1C-4304-A3B3-928D7F992E16}" dt="2024-11-05T11:18:09.493" v="838" actId="20577"/>
          <ac:graphicFrameMkLst>
            <pc:docMk/>
            <pc:sldMk cId="3208578526" sldId="259"/>
            <ac:graphicFrameMk id="4" creationId="{81C07537-6613-4A81-90DF-80996E4516AE}"/>
          </ac:graphicFrameMkLst>
        </pc:graphicFrameChg>
      </pc:sldChg>
      <pc:sldChg chg="addSp delSp modSp add mod">
        <pc:chgData name="Hejia Qiu" userId="11330c03-db52-4a21-b136-9dc8d2118c1f" providerId="ADAL" clId="{B84A1ADB-0A1C-4304-A3B3-928D7F992E16}" dt="2024-11-05T10:51:00.148" v="480" actId="255"/>
        <pc:sldMkLst>
          <pc:docMk/>
          <pc:sldMk cId="3466371568" sldId="260"/>
        </pc:sldMkLst>
        <pc:spChg chg="mod">
          <ac:chgData name="Hejia Qiu" userId="11330c03-db52-4a21-b136-9dc8d2118c1f" providerId="ADAL" clId="{B84A1ADB-0A1C-4304-A3B3-928D7F992E16}" dt="2024-11-05T10:48:49.222" v="382" actId="20577"/>
          <ac:spMkLst>
            <pc:docMk/>
            <pc:sldMk cId="3466371568" sldId="260"/>
            <ac:spMk id="2" creationId="{E8363506-435D-405D-AA50-7182FE5ED318}"/>
          </ac:spMkLst>
        </pc:spChg>
        <pc:spChg chg="mod">
          <ac:chgData name="Hejia Qiu" userId="11330c03-db52-4a21-b136-9dc8d2118c1f" providerId="ADAL" clId="{B84A1ADB-0A1C-4304-A3B3-928D7F992E16}" dt="2024-11-05T10:49:13.743" v="387" actId="1076"/>
          <ac:spMkLst>
            <pc:docMk/>
            <pc:sldMk cId="3466371568" sldId="260"/>
            <ac:spMk id="3" creationId="{D1757C09-984E-4639-AD9A-F70AED7CC054}"/>
          </ac:spMkLst>
        </pc:spChg>
        <pc:graphicFrameChg chg="del">
          <ac:chgData name="Hejia Qiu" userId="11330c03-db52-4a21-b136-9dc8d2118c1f" providerId="ADAL" clId="{B84A1ADB-0A1C-4304-A3B3-928D7F992E16}" dt="2024-11-05T10:49:18.717" v="388" actId="478"/>
          <ac:graphicFrameMkLst>
            <pc:docMk/>
            <pc:sldMk cId="3466371568" sldId="260"/>
            <ac:graphicFrameMk id="4" creationId="{81C07537-6613-4A81-90DF-80996E4516AE}"/>
          </ac:graphicFrameMkLst>
        </pc:graphicFrameChg>
        <pc:graphicFrameChg chg="add mod modGraphic">
          <ac:chgData name="Hejia Qiu" userId="11330c03-db52-4a21-b136-9dc8d2118c1f" providerId="ADAL" clId="{B84A1ADB-0A1C-4304-A3B3-928D7F992E16}" dt="2024-11-05T10:51:00.148" v="480" actId="255"/>
          <ac:graphicFrameMkLst>
            <pc:docMk/>
            <pc:sldMk cId="3466371568" sldId="260"/>
            <ac:graphicFrameMk id="5" creationId="{E66F7B56-D903-4142-B84F-9D0A6B24C00B}"/>
          </ac:graphicFrameMkLst>
        </pc:graphicFrameChg>
      </pc:sldChg>
      <pc:sldChg chg="delSp modSp add mod">
        <pc:chgData name="Hejia Qiu" userId="11330c03-db52-4a21-b136-9dc8d2118c1f" providerId="ADAL" clId="{B84A1ADB-0A1C-4304-A3B3-928D7F992E16}" dt="2024-11-05T10:51:54.815" v="488" actId="20577"/>
        <pc:sldMkLst>
          <pc:docMk/>
          <pc:sldMk cId="1893553810" sldId="261"/>
        </pc:sldMkLst>
        <pc:spChg chg="mod">
          <ac:chgData name="Hejia Qiu" userId="11330c03-db52-4a21-b136-9dc8d2118c1f" providerId="ADAL" clId="{B84A1ADB-0A1C-4304-A3B3-928D7F992E16}" dt="2024-11-05T10:51:20.749" v="483" actId="20577"/>
          <ac:spMkLst>
            <pc:docMk/>
            <pc:sldMk cId="1893553810" sldId="261"/>
            <ac:spMk id="2" creationId="{E8363506-435D-405D-AA50-7182FE5ED318}"/>
          </ac:spMkLst>
        </pc:spChg>
        <pc:spChg chg="mod">
          <ac:chgData name="Hejia Qiu" userId="11330c03-db52-4a21-b136-9dc8d2118c1f" providerId="ADAL" clId="{B84A1ADB-0A1C-4304-A3B3-928D7F992E16}" dt="2024-11-05T10:51:54.815" v="488" actId="20577"/>
          <ac:spMkLst>
            <pc:docMk/>
            <pc:sldMk cId="1893553810" sldId="261"/>
            <ac:spMk id="3" creationId="{D1757C09-984E-4639-AD9A-F70AED7CC054}"/>
          </ac:spMkLst>
        </pc:spChg>
        <pc:graphicFrameChg chg="del">
          <ac:chgData name="Hejia Qiu" userId="11330c03-db52-4a21-b136-9dc8d2118c1f" providerId="ADAL" clId="{B84A1ADB-0A1C-4304-A3B3-928D7F992E16}" dt="2024-11-05T10:51:46.797" v="484" actId="478"/>
          <ac:graphicFrameMkLst>
            <pc:docMk/>
            <pc:sldMk cId="1893553810" sldId="261"/>
            <ac:graphicFrameMk id="5" creationId="{E66F7B56-D903-4142-B84F-9D0A6B24C00B}"/>
          </ac:graphicFrameMkLst>
        </pc:graphicFrameChg>
      </pc:sldChg>
      <pc:sldChg chg="addSp delSp modSp new mod">
        <pc:chgData name="Hejia Qiu" userId="11330c03-db52-4a21-b136-9dc8d2118c1f" providerId="ADAL" clId="{B84A1ADB-0A1C-4304-A3B3-928D7F992E16}" dt="2024-11-05T11:18:29.354" v="843" actId="20577"/>
        <pc:sldMkLst>
          <pc:docMk/>
          <pc:sldMk cId="3452095682" sldId="262"/>
        </pc:sldMkLst>
        <pc:spChg chg="del">
          <ac:chgData name="Hejia Qiu" userId="11330c03-db52-4a21-b136-9dc8d2118c1f" providerId="ADAL" clId="{B84A1ADB-0A1C-4304-A3B3-928D7F992E16}" dt="2024-11-05T10:52:31.275" v="491" actId="478"/>
          <ac:spMkLst>
            <pc:docMk/>
            <pc:sldMk cId="3452095682" sldId="262"/>
            <ac:spMk id="2" creationId="{2EF0B5DD-34E5-4692-995B-6682A9B557BC}"/>
          </ac:spMkLst>
        </pc:spChg>
        <pc:spChg chg="del">
          <ac:chgData name="Hejia Qiu" userId="11330c03-db52-4a21-b136-9dc8d2118c1f" providerId="ADAL" clId="{B84A1ADB-0A1C-4304-A3B3-928D7F992E16}" dt="2024-11-05T10:52:30.012" v="490" actId="478"/>
          <ac:spMkLst>
            <pc:docMk/>
            <pc:sldMk cId="3452095682" sldId="262"/>
            <ac:spMk id="3" creationId="{2661CF43-507F-4FF2-AF5C-CAF854310D07}"/>
          </ac:spMkLst>
        </pc:spChg>
        <pc:graphicFrameChg chg="add mod modGraphic">
          <ac:chgData name="Hejia Qiu" userId="11330c03-db52-4a21-b136-9dc8d2118c1f" providerId="ADAL" clId="{B84A1ADB-0A1C-4304-A3B3-928D7F992E16}" dt="2024-11-05T11:18:29.354" v="843" actId="20577"/>
          <ac:graphicFrameMkLst>
            <pc:docMk/>
            <pc:sldMk cId="3452095682" sldId="262"/>
            <ac:graphicFrameMk id="4" creationId="{D08CB3F6-D80C-4F04-AC9F-B7319BA68879}"/>
          </ac:graphicFrameMkLst>
        </pc:graphicFrameChg>
      </pc:sldChg>
      <pc:sldChg chg="addSp delSp modSp add mod ord">
        <pc:chgData name="Hejia Qiu" userId="11330c03-db52-4a21-b136-9dc8d2118c1f" providerId="ADAL" clId="{B84A1ADB-0A1C-4304-A3B3-928D7F992E16}" dt="2024-11-05T10:59:37.196" v="788" actId="20577"/>
        <pc:sldMkLst>
          <pc:docMk/>
          <pc:sldMk cId="2223540897" sldId="263"/>
        </pc:sldMkLst>
        <pc:spChg chg="mod">
          <ac:chgData name="Hejia Qiu" userId="11330c03-db52-4a21-b136-9dc8d2118c1f" providerId="ADAL" clId="{B84A1ADB-0A1C-4304-A3B3-928D7F992E16}" dt="2024-11-05T10:55:38.982" v="637" actId="1076"/>
          <ac:spMkLst>
            <pc:docMk/>
            <pc:sldMk cId="2223540897" sldId="263"/>
            <ac:spMk id="2" creationId="{E8363506-435D-405D-AA50-7182FE5ED318}"/>
          </ac:spMkLst>
        </pc:spChg>
        <pc:spChg chg="mod">
          <ac:chgData name="Hejia Qiu" userId="11330c03-db52-4a21-b136-9dc8d2118c1f" providerId="ADAL" clId="{B84A1ADB-0A1C-4304-A3B3-928D7F992E16}" dt="2024-11-05T10:59:37.196" v="788" actId="20577"/>
          <ac:spMkLst>
            <pc:docMk/>
            <pc:sldMk cId="2223540897" sldId="263"/>
            <ac:spMk id="3" creationId="{D1757C09-984E-4639-AD9A-F70AED7CC054}"/>
          </ac:spMkLst>
        </pc:spChg>
        <pc:spChg chg="add del">
          <ac:chgData name="Hejia Qiu" userId="11330c03-db52-4a21-b136-9dc8d2118c1f" providerId="ADAL" clId="{B84A1ADB-0A1C-4304-A3B3-928D7F992E16}" dt="2024-11-05T10:58:24.928" v="708"/>
          <ac:spMkLst>
            <pc:docMk/>
            <pc:sldMk cId="2223540897" sldId="263"/>
            <ac:spMk id="4" creationId="{B32B74F0-794C-4571-8229-32330FBEEA57}"/>
          </ac:spMkLst>
        </pc:spChg>
      </pc:sldChg>
      <pc:sldChg chg="addSp delSp modSp new mod">
        <pc:chgData name="Hejia Qiu" userId="11330c03-db52-4a21-b136-9dc8d2118c1f" providerId="ADAL" clId="{B84A1ADB-0A1C-4304-A3B3-928D7F992E16}" dt="2024-11-05T11:19:00.819" v="854" actId="20577"/>
        <pc:sldMkLst>
          <pc:docMk/>
          <pc:sldMk cId="3773065776" sldId="264"/>
        </pc:sldMkLst>
        <pc:spChg chg="del">
          <ac:chgData name="Hejia Qiu" userId="11330c03-db52-4a21-b136-9dc8d2118c1f" providerId="ADAL" clId="{B84A1ADB-0A1C-4304-A3B3-928D7F992E16}" dt="2024-11-05T10:56:21.558" v="646" actId="478"/>
          <ac:spMkLst>
            <pc:docMk/>
            <pc:sldMk cId="3773065776" sldId="264"/>
            <ac:spMk id="2" creationId="{A7EF14A6-059B-4B20-B720-F8A71791B272}"/>
          </ac:spMkLst>
        </pc:spChg>
        <pc:spChg chg="del">
          <ac:chgData name="Hejia Qiu" userId="11330c03-db52-4a21-b136-9dc8d2118c1f" providerId="ADAL" clId="{B84A1ADB-0A1C-4304-A3B3-928D7F992E16}" dt="2024-11-05T10:56:20.685" v="645" actId="478"/>
          <ac:spMkLst>
            <pc:docMk/>
            <pc:sldMk cId="3773065776" sldId="264"/>
            <ac:spMk id="3" creationId="{62C7F9AC-057A-458F-932B-82372E35A9A5}"/>
          </ac:spMkLst>
        </pc:spChg>
        <pc:graphicFrameChg chg="add mod modGraphic">
          <ac:chgData name="Hejia Qiu" userId="11330c03-db52-4a21-b136-9dc8d2118c1f" providerId="ADAL" clId="{B84A1ADB-0A1C-4304-A3B3-928D7F992E16}" dt="2024-11-05T11:19:00.819" v="854" actId="20577"/>
          <ac:graphicFrameMkLst>
            <pc:docMk/>
            <pc:sldMk cId="3773065776" sldId="264"/>
            <ac:graphicFrameMk id="4" creationId="{BCE5469F-C506-4439-A5FB-5B563EE4218A}"/>
          </ac:graphicFrameMkLst>
        </pc:graphicFrameChg>
      </pc:sldChg>
      <pc:sldChg chg="modSp new mod">
        <pc:chgData name="Hejia Qiu" userId="11330c03-db52-4a21-b136-9dc8d2118c1f" providerId="ADAL" clId="{B84A1ADB-0A1C-4304-A3B3-928D7F992E16}" dt="2024-11-05T11:00:32.667" v="809" actId="20577"/>
        <pc:sldMkLst>
          <pc:docMk/>
          <pc:sldMk cId="47687932" sldId="265"/>
        </pc:sldMkLst>
        <pc:spChg chg="mod">
          <ac:chgData name="Hejia Qiu" userId="11330c03-db52-4a21-b136-9dc8d2118c1f" providerId="ADAL" clId="{B84A1ADB-0A1C-4304-A3B3-928D7F992E16}" dt="2024-11-05T11:00:07.814" v="797" actId="14100"/>
          <ac:spMkLst>
            <pc:docMk/>
            <pc:sldMk cId="47687932" sldId="265"/>
            <ac:spMk id="2" creationId="{60C34774-0F16-4F3E-93B3-9A20567629F7}"/>
          </ac:spMkLst>
        </pc:spChg>
        <pc:spChg chg="mod">
          <ac:chgData name="Hejia Qiu" userId="11330c03-db52-4a21-b136-9dc8d2118c1f" providerId="ADAL" clId="{B84A1ADB-0A1C-4304-A3B3-928D7F992E16}" dt="2024-11-05T11:00:32.667" v="809" actId="20577"/>
          <ac:spMkLst>
            <pc:docMk/>
            <pc:sldMk cId="47687932" sldId="265"/>
            <ac:spMk id="3" creationId="{A32B3363-383C-493D-BE63-EE5EA80B3718}"/>
          </ac:spMkLst>
        </pc:spChg>
      </pc:sldChg>
      <pc:sldChg chg="modSp add mod">
        <pc:chgData name="Hejia Qiu" userId="11330c03-db52-4a21-b136-9dc8d2118c1f" providerId="ADAL" clId="{B84A1ADB-0A1C-4304-A3B3-928D7F992E16}" dt="2024-11-05T11:01:17.227" v="834" actId="20577"/>
        <pc:sldMkLst>
          <pc:docMk/>
          <pc:sldMk cId="2763248570" sldId="266"/>
        </pc:sldMkLst>
        <pc:spChg chg="mod">
          <ac:chgData name="Hejia Qiu" userId="11330c03-db52-4a21-b136-9dc8d2118c1f" providerId="ADAL" clId="{B84A1ADB-0A1C-4304-A3B3-928D7F992E16}" dt="2024-11-05T11:00:44.819" v="816" actId="20577"/>
          <ac:spMkLst>
            <pc:docMk/>
            <pc:sldMk cId="2763248570" sldId="266"/>
            <ac:spMk id="2" creationId="{60C34774-0F16-4F3E-93B3-9A20567629F7}"/>
          </ac:spMkLst>
        </pc:spChg>
        <pc:spChg chg="mod">
          <ac:chgData name="Hejia Qiu" userId="11330c03-db52-4a21-b136-9dc8d2118c1f" providerId="ADAL" clId="{B84A1ADB-0A1C-4304-A3B3-928D7F992E16}" dt="2024-11-05T11:01:17.227" v="834" actId="20577"/>
          <ac:spMkLst>
            <pc:docMk/>
            <pc:sldMk cId="2763248570" sldId="266"/>
            <ac:spMk id="3" creationId="{A32B3363-383C-493D-BE63-EE5EA80B3718}"/>
          </ac:spMkLst>
        </pc:spChg>
      </pc:sldChg>
      <pc:sldMasterChg chg="addSldLayout">
        <pc:chgData name="Hejia Qiu" userId="11330c03-db52-4a21-b136-9dc8d2118c1f" providerId="ADAL" clId="{B84A1ADB-0A1C-4304-A3B3-928D7F992E16}" dt="2024-11-05T08:41:45.808" v="0" actId="680"/>
        <pc:sldMasterMkLst>
          <pc:docMk/>
          <pc:sldMasterMk cId="4258017995" sldId="2147483648"/>
        </pc:sldMasterMkLst>
        <pc:sldLayoutChg chg="add">
          <pc:chgData name="Hejia Qiu" userId="11330c03-db52-4a21-b136-9dc8d2118c1f" providerId="ADAL" clId="{B84A1ADB-0A1C-4304-A3B3-928D7F992E16}" dt="2024-11-05T08:41:45.808" v="0" actId="680"/>
          <pc:sldLayoutMkLst>
            <pc:docMk/>
            <pc:sldMasterMk cId="4258017995" sldId="2147483648"/>
            <pc:sldLayoutMk cId="3131909127" sldId="2147483649"/>
          </pc:sldLayoutMkLst>
        </pc:sldLayoutChg>
      </pc:sldMasterChg>
    </pc:docChg>
  </pc:docChgLst>
  <pc:docChgLst>
    <pc:chgData name="Hejia Qiu" userId="11330c03-db52-4a21-b136-9dc8d2118c1f" providerId="ADAL" clId="{0D2BD6D4-F2AD-4DF5-84BC-69783C10A1B8}"/>
    <pc:docChg chg="custSel addSld delSld modSld">
      <pc:chgData name="Hejia Qiu" userId="11330c03-db52-4a21-b136-9dc8d2118c1f" providerId="ADAL" clId="{0D2BD6D4-F2AD-4DF5-84BC-69783C10A1B8}" dt="2025-10-14T08:30:16.907" v="284" actId="20577"/>
      <pc:docMkLst>
        <pc:docMk/>
      </pc:docMkLst>
      <pc:sldChg chg="modSp mod">
        <pc:chgData name="Hejia Qiu" userId="11330c03-db52-4a21-b136-9dc8d2118c1f" providerId="ADAL" clId="{0D2BD6D4-F2AD-4DF5-84BC-69783C10A1B8}" dt="2025-10-14T07:23:49.486" v="1" actId="20577"/>
        <pc:sldMkLst>
          <pc:docMk/>
          <pc:sldMk cId="1124566466" sldId="268"/>
        </pc:sldMkLst>
        <pc:spChg chg="mod">
          <ac:chgData name="Hejia Qiu" userId="11330c03-db52-4a21-b136-9dc8d2118c1f" providerId="ADAL" clId="{0D2BD6D4-F2AD-4DF5-84BC-69783C10A1B8}" dt="2025-10-14T07:23:49.486" v="1" actId="20577"/>
          <ac:spMkLst>
            <pc:docMk/>
            <pc:sldMk cId="1124566466" sldId="268"/>
            <ac:spMk id="3" creationId="{D1757C09-984E-4639-AD9A-F70AED7CC054}"/>
          </ac:spMkLst>
        </pc:spChg>
      </pc:sldChg>
      <pc:sldChg chg="del">
        <pc:chgData name="Hejia Qiu" userId="11330c03-db52-4a21-b136-9dc8d2118c1f" providerId="ADAL" clId="{0D2BD6D4-F2AD-4DF5-84BC-69783C10A1B8}" dt="2025-10-14T07:20:28.217" v="0" actId="47"/>
        <pc:sldMkLst>
          <pc:docMk/>
          <pc:sldMk cId="2448662362" sldId="272"/>
        </pc:sldMkLst>
      </pc:sldChg>
      <pc:sldChg chg="delSp add del mod">
        <pc:chgData name="Hejia Qiu" userId="11330c03-db52-4a21-b136-9dc8d2118c1f" providerId="ADAL" clId="{0D2BD6D4-F2AD-4DF5-84BC-69783C10A1B8}" dt="2025-10-14T08:10:03.482" v="4" actId="47"/>
        <pc:sldMkLst>
          <pc:docMk/>
          <pc:sldMk cId="2874928494" sldId="276"/>
        </pc:sldMkLst>
        <pc:picChg chg="del">
          <ac:chgData name="Hejia Qiu" userId="11330c03-db52-4a21-b136-9dc8d2118c1f" providerId="ADAL" clId="{0D2BD6D4-F2AD-4DF5-84BC-69783C10A1B8}" dt="2025-10-14T07:30:11.126" v="3" actId="478"/>
          <ac:picMkLst>
            <pc:docMk/>
            <pc:sldMk cId="2874928494" sldId="276"/>
            <ac:picMk id="5" creationId="{4DF8AA3E-E17E-4FBE-880E-72A257F8473F}"/>
          </ac:picMkLst>
        </pc:picChg>
      </pc:sldChg>
      <pc:sldChg chg="modSp new mod">
        <pc:chgData name="Hejia Qiu" userId="11330c03-db52-4a21-b136-9dc8d2118c1f" providerId="ADAL" clId="{0D2BD6D4-F2AD-4DF5-84BC-69783C10A1B8}" dt="2025-10-14T08:30:16.907" v="284" actId="20577"/>
        <pc:sldMkLst>
          <pc:docMk/>
          <pc:sldMk cId="4017420517" sldId="276"/>
        </pc:sldMkLst>
        <pc:spChg chg="mod">
          <ac:chgData name="Hejia Qiu" userId="11330c03-db52-4a21-b136-9dc8d2118c1f" providerId="ADAL" clId="{0D2BD6D4-F2AD-4DF5-84BC-69783C10A1B8}" dt="2025-10-14T08:13:42.411" v="199" actId="1076"/>
          <ac:spMkLst>
            <pc:docMk/>
            <pc:sldMk cId="4017420517" sldId="276"/>
            <ac:spMk id="2" creationId="{A5A1C896-59B0-40F5-B922-B6DD14869AA8}"/>
          </ac:spMkLst>
        </pc:spChg>
        <pc:spChg chg="mod">
          <ac:chgData name="Hejia Qiu" userId="11330c03-db52-4a21-b136-9dc8d2118c1f" providerId="ADAL" clId="{0D2BD6D4-F2AD-4DF5-84BC-69783C10A1B8}" dt="2025-10-14T08:30:16.907" v="284" actId="20577"/>
          <ac:spMkLst>
            <pc:docMk/>
            <pc:sldMk cId="4017420517" sldId="276"/>
            <ac:spMk id="3" creationId="{70D73B30-378C-447A-B6A0-8CCB0BF66A7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7C3F4-212D-4D64-A41D-B2C5966F297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30BDE57-D81A-4C8C-B251-14BEC5423F7E}"/>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13190912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8017995"/>
      </p:ext>
    </p:extLst>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hyperlink" Target="https://box.xjtlu.edu.cn/d/99367a125ef4460a90ec/"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A492D-B58B-4FA1-982B-A5B7DA6E255F}"/>
              </a:ext>
            </a:extLst>
          </p:cNvPr>
          <p:cNvSpPr>
            <a:spLocks noGrp="1"/>
          </p:cNvSpPr>
          <p:nvPr>
            <p:ph type="ctrTitle"/>
          </p:nvPr>
        </p:nvSpPr>
        <p:spPr/>
        <p:txBody>
          <a:bodyPr/>
          <a:lstStyle/>
          <a:p>
            <a:r>
              <a:rPr lang="en-US" dirty="0"/>
              <a:t>W5-2</a:t>
            </a:r>
          </a:p>
        </p:txBody>
      </p:sp>
      <p:sp>
        <p:nvSpPr>
          <p:cNvPr id="3" name="Subtitle 2">
            <a:extLst>
              <a:ext uri="{FF2B5EF4-FFF2-40B4-BE49-F238E27FC236}">
                <a16:creationId xmlns:a16="http://schemas.microsoft.com/office/drawing/2014/main" id="{C84021D8-65CF-4934-8D6B-0829E387CC11}"/>
              </a:ext>
            </a:extLst>
          </p:cNvPr>
          <p:cNvSpPr>
            <a:spLocks noGrp="1"/>
          </p:cNvSpPr>
          <p:nvPr>
            <p:ph type="subTitle" idx="1"/>
          </p:nvPr>
        </p:nvSpPr>
        <p:spPr/>
        <p:txBody>
          <a:bodyPr/>
          <a:lstStyle/>
          <a:p>
            <a:r>
              <a:rPr lang="en-US" altLang="zh-CN" dirty="0"/>
              <a:t>Data in HTML</a:t>
            </a:r>
            <a:endParaRPr lang="en-US" dirty="0"/>
          </a:p>
        </p:txBody>
      </p:sp>
    </p:spTree>
    <p:extLst>
      <p:ext uri="{BB962C8B-B14F-4D97-AF65-F5344CB8AC3E}">
        <p14:creationId xmlns:p14="http://schemas.microsoft.com/office/powerpoint/2010/main" val="4090767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63506-435D-405D-AA50-7182FE5ED318}"/>
              </a:ext>
            </a:extLst>
          </p:cNvPr>
          <p:cNvSpPr>
            <a:spLocks noGrp="1"/>
          </p:cNvSpPr>
          <p:nvPr>
            <p:ph type="ctrTitle"/>
          </p:nvPr>
        </p:nvSpPr>
        <p:spPr>
          <a:xfrm>
            <a:off x="1524000" y="556591"/>
            <a:ext cx="9144000" cy="1364974"/>
          </a:xfrm>
        </p:spPr>
        <p:txBody>
          <a:bodyPr/>
          <a:lstStyle/>
          <a:p>
            <a:r>
              <a:rPr lang="en-US" dirty="0"/>
              <a:t>Step 1 (10 Minutes)</a:t>
            </a:r>
          </a:p>
        </p:txBody>
      </p:sp>
      <p:sp>
        <p:nvSpPr>
          <p:cNvPr id="3" name="Subtitle 2">
            <a:extLst>
              <a:ext uri="{FF2B5EF4-FFF2-40B4-BE49-F238E27FC236}">
                <a16:creationId xmlns:a16="http://schemas.microsoft.com/office/drawing/2014/main" id="{D1757C09-984E-4639-AD9A-F70AED7CC054}"/>
              </a:ext>
            </a:extLst>
          </p:cNvPr>
          <p:cNvSpPr>
            <a:spLocks noGrp="1"/>
          </p:cNvSpPr>
          <p:nvPr>
            <p:ph type="subTitle" idx="1"/>
          </p:nvPr>
        </p:nvSpPr>
        <p:spPr>
          <a:xfrm>
            <a:off x="1524000" y="2305878"/>
            <a:ext cx="9144000" cy="2951923"/>
          </a:xfrm>
        </p:spPr>
        <p:txBody>
          <a:bodyPr/>
          <a:lstStyle/>
          <a:p>
            <a:pPr algn="l"/>
            <a:r>
              <a:rPr lang="en-US" dirty="0"/>
              <a:t>Make sure the PostgreSQL database is installed and running: Students should have installed PostgreSQL and the database service is running.</a:t>
            </a:r>
          </a:p>
          <a:p>
            <a:pPr algn="l"/>
            <a:r>
              <a:rPr lang="en-US" dirty="0"/>
              <a:t>Create the database and tables: Use the provided SQL statements to create the market and info tables (if have not been created yet).</a:t>
            </a:r>
          </a:p>
          <a:p>
            <a:pPr algn="l"/>
            <a:r>
              <a:rPr lang="en-US" dirty="0"/>
              <a:t>Insert sample data: Insert sample data into the market and info tables for querying and display purposes.</a:t>
            </a:r>
          </a:p>
        </p:txBody>
      </p:sp>
    </p:spTree>
    <p:extLst>
      <p:ext uri="{BB962C8B-B14F-4D97-AF65-F5344CB8AC3E}">
        <p14:creationId xmlns:p14="http://schemas.microsoft.com/office/powerpoint/2010/main" val="30706829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194A1F5-7CBC-46E6-93B9-AF09A1CCAA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3118" y="0"/>
            <a:ext cx="7685763" cy="6858000"/>
          </a:xfrm>
          <a:prstGeom prst="rect">
            <a:avLst/>
          </a:prstGeom>
        </p:spPr>
      </p:pic>
    </p:spTree>
    <p:extLst>
      <p:ext uri="{BB962C8B-B14F-4D97-AF65-F5344CB8AC3E}">
        <p14:creationId xmlns:p14="http://schemas.microsoft.com/office/powerpoint/2010/main" val="2841946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63506-435D-405D-AA50-7182FE5ED318}"/>
              </a:ext>
            </a:extLst>
          </p:cNvPr>
          <p:cNvSpPr>
            <a:spLocks noGrp="1"/>
          </p:cNvSpPr>
          <p:nvPr>
            <p:ph type="ctrTitle"/>
          </p:nvPr>
        </p:nvSpPr>
        <p:spPr>
          <a:xfrm>
            <a:off x="1524000" y="556591"/>
            <a:ext cx="9144000" cy="1364974"/>
          </a:xfrm>
        </p:spPr>
        <p:txBody>
          <a:bodyPr/>
          <a:lstStyle/>
          <a:p>
            <a:r>
              <a:rPr lang="en-US" dirty="0"/>
              <a:t>Step 2 (10 Minutes)</a:t>
            </a:r>
          </a:p>
        </p:txBody>
      </p:sp>
      <p:sp>
        <p:nvSpPr>
          <p:cNvPr id="3" name="Subtitle 2">
            <a:extLst>
              <a:ext uri="{FF2B5EF4-FFF2-40B4-BE49-F238E27FC236}">
                <a16:creationId xmlns:a16="http://schemas.microsoft.com/office/drawing/2014/main" id="{D1757C09-984E-4639-AD9A-F70AED7CC054}"/>
              </a:ext>
            </a:extLst>
          </p:cNvPr>
          <p:cNvSpPr>
            <a:spLocks noGrp="1"/>
          </p:cNvSpPr>
          <p:nvPr>
            <p:ph type="subTitle" idx="1"/>
          </p:nvPr>
        </p:nvSpPr>
        <p:spPr>
          <a:xfrm>
            <a:off x="1524000" y="2279374"/>
            <a:ext cx="9144000" cy="2951923"/>
          </a:xfrm>
        </p:spPr>
        <p:txBody>
          <a:bodyPr/>
          <a:lstStyle/>
          <a:p>
            <a:pPr algn="l"/>
            <a:r>
              <a:rPr lang="en-US" dirty="0"/>
              <a:t>Write a SQL query to retrieve the latest market information of a specific trading pair (such as </a:t>
            </a:r>
            <a:r>
              <a:rPr lang="en-US" altLang="zh-CN" dirty="0"/>
              <a:t>ETH</a:t>
            </a:r>
            <a:r>
              <a:rPr lang="en-US" dirty="0"/>
              <a:t>/</a:t>
            </a:r>
            <a:r>
              <a:rPr lang="en-US" altLang="zh-CN" dirty="0"/>
              <a:t>BTC</a:t>
            </a:r>
            <a:r>
              <a:rPr lang="en-US" dirty="0"/>
              <a:t>) from the market table.</a:t>
            </a:r>
          </a:p>
          <a:p>
            <a:pPr algn="l"/>
            <a:endParaRPr lang="en-US" dirty="0"/>
          </a:p>
        </p:txBody>
      </p:sp>
      <p:graphicFrame>
        <p:nvGraphicFramePr>
          <p:cNvPr id="5" name="Table 4">
            <a:extLst>
              <a:ext uri="{FF2B5EF4-FFF2-40B4-BE49-F238E27FC236}">
                <a16:creationId xmlns:a16="http://schemas.microsoft.com/office/drawing/2014/main" id="{54220F78-ACF4-4365-981C-82B6091A836B}"/>
              </a:ext>
            </a:extLst>
          </p:cNvPr>
          <p:cNvGraphicFramePr>
            <a:graphicFrameLocks noGrp="1"/>
          </p:cNvGraphicFramePr>
          <p:nvPr>
            <p:extLst>
              <p:ext uri="{D42A27DB-BD31-4B8C-83A1-F6EECF244321}">
                <p14:modId xmlns:p14="http://schemas.microsoft.com/office/powerpoint/2010/main" val="737134480"/>
              </p:ext>
            </p:extLst>
          </p:nvPr>
        </p:nvGraphicFramePr>
        <p:xfrm>
          <a:off x="3563079" y="3429000"/>
          <a:ext cx="4521397" cy="2248212"/>
        </p:xfrm>
        <a:graphic>
          <a:graphicData uri="http://schemas.openxmlformats.org/drawingml/2006/table">
            <a:tbl>
              <a:tblPr/>
              <a:tblGrid>
                <a:gridCol w="4521397">
                  <a:extLst>
                    <a:ext uri="{9D8B030D-6E8A-4147-A177-3AD203B41FA5}">
                      <a16:colId xmlns:a16="http://schemas.microsoft.com/office/drawing/2014/main" val="2605934940"/>
                    </a:ext>
                  </a:extLst>
                </a:gridCol>
              </a:tblGrid>
              <a:tr h="562053">
                <a:tc>
                  <a:txBody>
                    <a:bodyPr/>
                    <a:lstStyle/>
                    <a:p>
                      <a:pPr marL="0" marR="0" fontAlgn="t">
                        <a:lnSpc>
                          <a:spcPts val="1800"/>
                        </a:lnSpc>
                        <a:spcBef>
                          <a:spcPts val="0"/>
                        </a:spcBef>
                        <a:spcAft>
                          <a:spcPts val="0"/>
                        </a:spcAft>
                      </a:pPr>
                      <a:r>
                        <a:rPr lang="zh-CN" sz="2000" dirty="0">
                          <a:solidFill>
                            <a:srgbClr val="E8CEE3"/>
                          </a:solidFill>
                          <a:effectLst/>
                          <a:latin typeface="Consolas" panose="020B0609020204030204" pitchFamily="49" charset="0"/>
                        </a:rPr>
                        <a:t>SELECT</a:t>
                      </a:r>
                      <a:r>
                        <a:rPr lang="en-US" altLang="zh-CN" sz="2000" dirty="0">
                          <a:solidFill>
                            <a:srgbClr val="E8CEE3"/>
                          </a:solidFill>
                          <a:effectLst/>
                          <a:latin typeface="Consolas" panose="020B0609020204030204" pitchFamily="49" charset="0"/>
                        </a:rPr>
                        <a:t> </a:t>
                      </a:r>
                      <a:r>
                        <a:rPr lang="zh-CN" sz="2000" dirty="0">
                          <a:solidFill>
                            <a:srgbClr val="D1D4DB"/>
                          </a:solidFill>
                          <a:effectLst/>
                          <a:latin typeface="Consolas" panose="020B0609020204030204" pitchFamily="49" charset="0"/>
                        </a:rPr>
                        <a:t>*</a:t>
                      </a:r>
                      <a:r>
                        <a:rPr lang="en-US" altLang="zh-CN" sz="2000" dirty="0">
                          <a:solidFill>
                            <a:srgbClr val="D1D4DB"/>
                          </a:solidFill>
                          <a:effectLst/>
                          <a:latin typeface="Consolas" panose="020B0609020204030204" pitchFamily="49" charset="0"/>
                        </a:rPr>
                        <a:t> </a:t>
                      </a:r>
                      <a:r>
                        <a:rPr lang="zh-CN" sz="2000" dirty="0">
                          <a:solidFill>
                            <a:srgbClr val="E8CEE3"/>
                          </a:solidFill>
                          <a:effectLst/>
                          <a:latin typeface="Consolas" panose="020B0609020204030204" pitchFamily="49" charset="0"/>
                        </a:rPr>
                        <a:t>FROM</a:t>
                      </a:r>
                      <a:r>
                        <a:rPr lang="en-US" altLang="zh-CN" sz="2000" dirty="0">
                          <a:solidFill>
                            <a:srgbClr val="E8CEE3"/>
                          </a:solidFill>
                          <a:effectLst/>
                          <a:latin typeface="Consolas" panose="020B0609020204030204" pitchFamily="49" charset="0"/>
                        </a:rPr>
                        <a:t> </a:t>
                      </a:r>
                      <a:r>
                        <a:rPr lang="zh-CN" sz="2000" dirty="0">
                          <a:solidFill>
                            <a:srgbClr val="D1D4DB"/>
                          </a:solidFill>
                          <a:effectLst/>
                          <a:latin typeface="Consolas" panose="020B0609020204030204" pitchFamily="49" charset="0"/>
                        </a:rPr>
                        <a:t>public.market  </a:t>
                      </a:r>
                      <a:endParaRPr lang="zh-CN" sz="2000" dirty="0">
                        <a:effectLst/>
                        <a:latin typeface="Consolas" panose="020B0609020204030204" pitchFamily="49" charset="0"/>
                      </a:endParaRPr>
                    </a:p>
                  </a:txBody>
                  <a:tcPr marL="50800" marR="50800" marT="50800" marB="50800">
                    <a:lnL>
                      <a:noFill/>
                    </a:lnL>
                    <a:lnR>
                      <a:noFill/>
                    </a:lnR>
                    <a:lnT>
                      <a:noFill/>
                    </a:lnT>
                    <a:lnB>
                      <a:noFill/>
                    </a:lnB>
                    <a:solidFill>
                      <a:srgbClr val="14131B"/>
                    </a:solidFill>
                  </a:tcPr>
                </a:tc>
                <a:extLst>
                  <a:ext uri="{0D108BD9-81ED-4DB2-BD59-A6C34878D82A}">
                    <a16:rowId xmlns:a16="http://schemas.microsoft.com/office/drawing/2014/main" val="3918107019"/>
                  </a:ext>
                </a:extLst>
              </a:tr>
              <a:tr h="562053">
                <a:tc>
                  <a:txBody>
                    <a:bodyPr/>
                    <a:lstStyle/>
                    <a:p>
                      <a:pPr marL="0" marR="0" fontAlgn="t">
                        <a:lnSpc>
                          <a:spcPts val="1800"/>
                        </a:lnSpc>
                        <a:spcBef>
                          <a:spcPts val="0"/>
                        </a:spcBef>
                        <a:spcAft>
                          <a:spcPts val="0"/>
                        </a:spcAft>
                      </a:pPr>
                      <a:r>
                        <a:rPr lang="zh-CN" sz="2000" dirty="0">
                          <a:solidFill>
                            <a:srgbClr val="E8CEE3"/>
                          </a:solidFill>
                          <a:effectLst/>
                          <a:latin typeface="Consolas" panose="020B0609020204030204" pitchFamily="49" charset="0"/>
                        </a:rPr>
                        <a:t>WHERE</a:t>
                      </a:r>
                      <a:r>
                        <a:rPr lang="en-US" altLang="zh-CN" sz="2000" dirty="0">
                          <a:solidFill>
                            <a:srgbClr val="E8CEE3"/>
                          </a:solidFill>
                          <a:effectLst/>
                          <a:latin typeface="Consolas" panose="020B0609020204030204" pitchFamily="49" charset="0"/>
                        </a:rPr>
                        <a:t> </a:t>
                      </a:r>
                      <a:r>
                        <a:rPr lang="zh-CN" sz="2000" dirty="0">
                          <a:solidFill>
                            <a:srgbClr val="D1D4DB"/>
                          </a:solidFill>
                          <a:effectLst/>
                          <a:latin typeface="Consolas" panose="020B0609020204030204" pitchFamily="49" charset="0"/>
                        </a:rPr>
                        <a:t>symbol </a:t>
                      </a:r>
                      <a:r>
                        <a:rPr lang="x-none" sz="2000" dirty="0">
                          <a:solidFill>
                            <a:srgbClr val="D1D4DB"/>
                          </a:solidFill>
                          <a:effectLst/>
                          <a:latin typeface="Consolas" panose="020B0609020204030204" pitchFamily="49" charset="0"/>
                        </a:rPr>
                        <a:t>=</a:t>
                      </a:r>
                      <a:r>
                        <a:rPr lang="en-US" sz="2000" dirty="0">
                          <a:solidFill>
                            <a:srgbClr val="D1D4DB"/>
                          </a:solidFill>
                          <a:effectLst/>
                          <a:latin typeface="Consolas" panose="020B0609020204030204" pitchFamily="49" charset="0"/>
                        </a:rPr>
                        <a:t> </a:t>
                      </a:r>
                      <a:r>
                        <a:rPr lang="en-US" altLang="zh-CN" sz="2000" dirty="0">
                          <a:solidFill>
                            <a:srgbClr val="ACDCEC"/>
                          </a:solidFill>
                          <a:effectLst/>
                          <a:latin typeface="Consolas" panose="020B0609020204030204" pitchFamily="49" charset="0"/>
                        </a:rPr>
                        <a:t>'EYCU</a:t>
                      </a:r>
                      <a:r>
                        <a:rPr lang="zh-CN" sz="2000" dirty="0">
                          <a:solidFill>
                            <a:srgbClr val="ACDCEC"/>
                          </a:solidFill>
                          <a:effectLst/>
                          <a:latin typeface="Consolas" panose="020B0609020204030204" pitchFamily="49" charset="0"/>
                        </a:rPr>
                        <a:t>'</a:t>
                      </a:r>
                      <a:endParaRPr lang="en-US" sz="2000" dirty="0">
                        <a:effectLst/>
                        <a:latin typeface="Consolas" panose="020B0609020204030204" pitchFamily="49" charset="0"/>
                      </a:endParaRPr>
                    </a:p>
                  </a:txBody>
                  <a:tcPr marL="50800" marR="50800" marT="50800" marB="50800">
                    <a:lnL>
                      <a:noFill/>
                    </a:lnL>
                    <a:lnR>
                      <a:noFill/>
                    </a:lnR>
                    <a:lnT>
                      <a:noFill/>
                    </a:lnT>
                    <a:lnB>
                      <a:noFill/>
                    </a:lnB>
                    <a:solidFill>
                      <a:srgbClr val="14131B"/>
                    </a:solidFill>
                  </a:tcPr>
                </a:tc>
                <a:extLst>
                  <a:ext uri="{0D108BD9-81ED-4DB2-BD59-A6C34878D82A}">
                    <a16:rowId xmlns:a16="http://schemas.microsoft.com/office/drawing/2014/main" val="3489642259"/>
                  </a:ext>
                </a:extLst>
              </a:tr>
              <a:tr h="562053">
                <a:tc>
                  <a:txBody>
                    <a:bodyPr/>
                    <a:lstStyle/>
                    <a:p>
                      <a:pPr marL="0" marR="0" fontAlgn="t">
                        <a:lnSpc>
                          <a:spcPts val="1800"/>
                        </a:lnSpc>
                        <a:spcBef>
                          <a:spcPts val="0"/>
                        </a:spcBef>
                        <a:spcAft>
                          <a:spcPts val="0"/>
                        </a:spcAft>
                      </a:pPr>
                      <a:r>
                        <a:rPr lang="zh-CN" sz="2000" dirty="0">
                          <a:solidFill>
                            <a:srgbClr val="E8CEE3"/>
                          </a:solidFill>
                          <a:effectLst/>
                          <a:latin typeface="Consolas" panose="020B0609020204030204" pitchFamily="49" charset="0"/>
                        </a:rPr>
                        <a:t>ORDER</a:t>
                      </a:r>
                      <a:r>
                        <a:rPr lang="en-US" altLang="zh-CN" sz="2000" dirty="0">
                          <a:solidFill>
                            <a:srgbClr val="E8CEE3"/>
                          </a:solidFill>
                          <a:effectLst/>
                          <a:latin typeface="Consolas" panose="020B0609020204030204" pitchFamily="49" charset="0"/>
                        </a:rPr>
                        <a:t> </a:t>
                      </a:r>
                      <a:r>
                        <a:rPr lang="zh-CN" sz="2000" dirty="0">
                          <a:solidFill>
                            <a:srgbClr val="E8CEE3"/>
                          </a:solidFill>
                          <a:effectLst/>
                          <a:latin typeface="Consolas" panose="020B0609020204030204" pitchFamily="49" charset="0"/>
                        </a:rPr>
                        <a:t>BY</a:t>
                      </a:r>
                      <a:r>
                        <a:rPr lang="en-US" altLang="zh-CN" sz="2000" dirty="0">
                          <a:solidFill>
                            <a:srgbClr val="E8CEE3"/>
                          </a:solidFill>
                          <a:effectLst/>
                          <a:latin typeface="Consolas" panose="020B0609020204030204" pitchFamily="49" charset="0"/>
                        </a:rPr>
                        <a:t> </a:t>
                      </a:r>
                      <a:r>
                        <a:rPr lang="zh-CN" sz="2000" dirty="0">
                          <a:solidFill>
                            <a:srgbClr val="D1D4DB"/>
                          </a:solidFill>
                          <a:effectLst/>
                          <a:latin typeface="Consolas" panose="020B0609020204030204" pitchFamily="49" charset="0"/>
                        </a:rPr>
                        <a:t>t_ </a:t>
                      </a:r>
                      <a:r>
                        <a:rPr lang="x-none" sz="2000" dirty="0">
                          <a:solidFill>
                            <a:srgbClr val="E8CEE3"/>
                          </a:solidFill>
                          <a:effectLst/>
                          <a:latin typeface="Consolas" panose="020B0609020204030204" pitchFamily="49" charset="0"/>
                        </a:rPr>
                        <a:t>DESC</a:t>
                      </a:r>
                      <a:endParaRPr lang="en-US" sz="2000" dirty="0">
                        <a:effectLst/>
                        <a:latin typeface="Consolas" panose="020B0609020204030204" pitchFamily="49" charset="0"/>
                      </a:endParaRPr>
                    </a:p>
                  </a:txBody>
                  <a:tcPr marL="50800" marR="50800" marT="50800" marB="50800">
                    <a:lnL>
                      <a:noFill/>
                    </a:lnL>
                    <a:lnR>
                      <a:noFill/>
                    </a:lnR>
                    <a:lnT>
                      <a:noFill/>
                    </a:lnT>
                    <a:lnB>
                      <a:noFill/>
                    </a:lnB>
                    <a:solidFill>
                      <a:srgbClr val="14131B"/>
                    </a:solidFill>
                  </a:tcPr>
                </a:tc>
                <a:extLst>
                  <a:ext uri="{0D108BD9-81ED-4DB2-BD59-A6C34878D82A}">
                    <a16:rowId xmlns:a16="http://schemas.microsoft.com/office/drawing/2014/main" val="1742689210"/>
                  </a:ext>
                </a:extLst>
              </a:tr>
              <a:tr h="562053">
                <a:tc>
                  <a:txBody>
                    <a:bodyPr/>
                    <a:lstStyle/>
                    <a:p>
                      <a:pPr marL="0" marR="0" fontAlgn="t">
                        <a:lnSpc>
                          <a:spcPts val="1800"/>
                        </a:lnSpc>
                        <a:spcBef>
                          <a:spcPts val="0"/>
                        </a:spcBef>
                        <a:spcAft>
                          <a:spcPts val="0"/>
                        </a:spcAft>
                      </a:pPr>
                      <a:r>
                        <a:rPr lang="zh-CN" sz="2000" dirty="0">
                          <a:solidFill>
                            <a:srgbClr val="D1D4DB"/>
                          </a:solidFill>
                          <a:effectLst/>
                          <a:latin typeface="Consolas" panose="020B0609020204030204" pitchFamily="49" charset="0"/>
                        </a:rPr>
                        <a:t>LIMIT </a:t>
                      </a:r>
                      <a:r>
                        <a:rPr lang="x-none" sz="2000" dirty="0">
                          <a:solidFill>
                            <a:srgbClr val="E8D05E"/>
                          </a:solidFill>
                          <a:effectLst/>
                          <a:latin typeface="Consolas" panose="020B0609020204030204" pitchFamily="49" charset="0"/>
                        </a:rPr>
                        <a:t>1</a:t>
                      </a:r>
                      <a:r>
                        <a:rPr lang="zh-CN" sz="2000" dirty="0">
                          <a:solidFill>
                            <a:srgbClr val="D1D4DB"/>
                          </a:solidFill>
                          <a:effectLst/>
                          <a:latin typeface="Consolas" panose="020B0609020204030204" pitchFamily="49" charset="0"/>
                        </a:rPr>
                        <a:t>;</a:t>
                      </a:r>
                      <a:endParaRPr lang="en-US" sz="2000" dirty="0">
                        <a:effectLst/>
                        <a:latin typeface="Consolas" panose="020B0609020204030204" pitchFamily="49" charset="0"/>
                      </a:endParaRPr>
                    </a:p>
                  </a:txBody>
                  <a:tcPr marL="50800" marR="50800" marT="50800" marB="50800">
                    <a:lnL>
                      <a:noFill/>
                    </a:lnL>
                    <a:lnR>
                      <a:noFill/>
                    </a:lnR>
                    <a:lnT>
                      <a:noFill/>
                    </a:lnT>
                    <a:lnB>
                      <a:noFill/>
                    </a:lnB>
                    <a:solidFill>
                      <a:srgbClr val="14131B"/>
                    </a:solidFill>
                  </a:tcPr>
                </a:tc>
                <a:extLst>
                  <a:ext uri="{0D108BD9-81ED-4DB2-BD59-A6C34878D82A}">
                    <a16:rowId xmlns:a16="http://schemas.microsoft.com/office/drawing/2014/main" val="3029934689"/>
                  </a:ext>
                </a:extLst>
              </a:tr>
            </a:tbl>
          </a:graphicData>
        </a:graphic>
      </p:graphicFrame>
    </p:spTree>
    <p:extLst>
      <p:ext uri="{BB962C8B-B14F-4D97-AF65-F5344CB8AC3E}">
        <p14:creationId xmlns:p14="http://schemas.microsoft.com/office/powerpoint/2010/main" val="3208578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A307DE7-C515-4124-BEE7-E6B56D0E3F18}"/>
              </a:ext>
            </a:extLst>
          </p:cNvPr>
          <p:cNvPicPr>
            <a:picLocks noChangeAspect="1"/>
          </p:cNvPicPr>
          <p:nvPr/>
        </p:nvPicPr>
        <p:blipFill>
          <a:blip r:embed="rId2"/>
          <a:stretch>
            <a:fillRect/>
          </a:stretch>
        </p:blipFill>
        <p:spPr>
          <a:xfrm>
            <a:off x="1790700" y="785812"/>
            <a:ext cx="8610600" cy="5286375"/>
          </a:xfrm>
          <a:prstGeom prst="rect">
            <a:avLst/>
          </a:prstGeom>
        </p:spPr>
      </p:pic>
    </p:spTree>
    <p:extLst>
      <p:ext uri="{BB962C8B-B14F-4D97-AF65-F5344CB8AC3E}">
        <p14:creationId xmlns:p14="http://schemas.microsoft.com/office/powerpoint/2010/main" val="3181495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63506-435D-405D-AA50-7182FE5ED318}"/>
              </a:ext>
            </a:extLst>
          </p:cNvPr>
          <p:cNvSpPr>
            <a:spLocks noGrp="1"/>
          </p:cNvSpPr>
          <p:nvPr>
            <p:ph type="ctrTitle"/>
          </p:nvPr>
        </p:nvSpPr>
        <p:spPr>
          <a:xfrm>
            <a:off x="1524000" y="556591"/>
            <a:ext cx="9144000" cy="1364974"/>
          </a:xfrm>
        </p:spPr>
        <p:txBody>
          <a:bodyPr/>
          <a:lstStyle/>
          <a:p>
            <a:r>
              <a:rPr lang="en-US" dirty="0"/>
              <a:t>Step 2 (10 Minutes)</a:t>
            </a:r>
          </a:p>
        </p:txBody>
      </p:sp>
      <p:sp>
        <p:nvSpPr>
          <p:cNvPr id="3" name="Subtitle 2">
            <a:extLst>
              <a:ext uri="{FF2B5EF4-FFF2-40B4-BE49-F238E27FC236}">
                <a16:creationId xmlns:a16="http://schemas.microsoft.com/office/drawing/2014/main" id="{D1757C09-984E-4639-AD9A-F70AED7CC054}"/>
              </a:ext>
            </a:extLst>
          </p:cNvPr>
          <p:cNvSpPr>
            <a:spLocks noGrp="1"/>
          </p:cNvSpPr>
          <p:nvPr>
            <p:ph type="subTitle" idx="1"/>
          </p:nvPr>
        </p:nvSpPr>
        <p:spPr>
          <a:xfrm>
            <a:off x="1524000" y="2279374"/>
            <a:ext cx="9144000" cy="2951923"/>
          </a:xfrm>
        </p:spPr>
        <p:txBody>
          <a:bodyPr/>
          <a:lstStyle/>
          <a:p>
            <a:pPr algn="l"/>
            <a:r>
              <a:rPr lang="en-US" dirty="0"/>
              <a:t>Write a SQL query to retrieve the base and denominated currency information of a specific trading pair from the info table.</a:t>
            </a:r>
          </a:p>
        </p:txBody>
      </p:sp>
      <p:graphicFrame>
        <p:nvGraphicFramePr>
          <p:cNvPr id="6" name="Table 5">
            <a:extLst>
              <a:ext uri="{FF2B5EF4-FFF2-40B4-BE49-F238E27FC236}">
                <a16:creationId xmlns:a16="http://schemas.microsoft.com/office/drawing/2014/main" id="{862E197E-06AC-43CD-920C-AED75B9C9382}"/>
              </a:ext>
            </a:extLst>
          </p:cNvPr>
          <p:cNvGraphicFramePr>
            <a:graphicFrameLocks noGrp="1"/>
          </p:cNvGraphicFramePr>
          <p:nvPr>
            <p:extLst>
              <p:ext uri="{D42A27DB-BD31-4B8C-83A1-F6EECF244321}">
                <p14:modId xmlns:p14="http://schemas.microsoft.com/office/powerpoint/2010/main" val="2603320820"/>
              </p:ext>
            </p:extLst>
          </p:nvPr>
        </p:nvGraphicFramePr>
        <p:xfrm>
          <a:off x="2769704" y="3671094"/>
          <a:ext cx="6361043" cy="922486"/>
        </p:xfrm>
        <a:graphic>
          <a:graphicData uri="http://schemas.openxmlformats.org/drawingml/2006/table">
            <a:tbl>
              <a:tblPr/>
              <a:tblGrid>
                <a:gridCol w="6361043">
                  <a:extLst>
                    <a:ext uri="{9D8B030D-6E8A-4147-A177-3AD203B41FA5}">
                      <a16:colId xmlns:a16="http://schemas.microsoft.com/office/drawing/2014/main" val="1707713548"/>
                    </a:ext>
                  </a:extLst>
                </a:gridCol>
              </a:tblGrid>
              <a:tr h="221653">
                <a:tc>
                  <a:txBody>
                    <a:bodyPr/>
                    <a:lstStyle/>
                    <a:p>
                      <a:pPr marL="0" marR="0" fontAlgn="t">
                        <a:lnSpc>
                          <a:spcPts val="1800"/>
                        </a:lnSpc>
                        <a:spcBef>
                          <a:spcPts val="0"/>
                        </a:spcBef>
                        <a:spcAft>
                          <a:spcPts val="0"/>
                        </a:spcAft>
                      </a:pPr>
                      <a:r>
                        <a:rPr lang="zh-CN" sz="2000" dirty="0">
                          <a:solidFill>
                            <a:srgbClr val="E8CEE3"/>
                          </a:solidFill>
                          <a:effectLst/>
                          <a:latin typeface="Consolas" panose="020B0609020204030204" pitchFamily="49" charset="0"/>
                        </a:rPr>
                        <a:t>SELECT</a:t>
                      </a:r>
                      <a:r>
                        <a:rPr lang="en-US" altLang="zh-CN" sz="2000" dirty="0">
                          <a:solidFill>
                            <a:srgbClr val="E8CEE3"/>
                          </a:solidFill>
                          <a:effectLst/>
                          <a:latin typeface="Consolas" panose="020B0609020204030204" pitchFamily="49" charset="0"/>
                        </a:rPr>
                        <a:t> </a:t>
                      </a:r>
                      <a:r>
                        <a:rPr lang="zh-CN" sz="2000" dirty="0">
                          <a:solidFill>
                            <a:srgbClr val="D1D4DB"/>
                          </a:solidFill>
                          <a:effectLst/>
                          <a:latin typeface="Consolas" panose="020B0609020204030204" pitchFamily="49" charset="0"/>
                        </a:rPr>
                        <a:t>base, quote_ </a:t>
                      </a:r>
                      <a:r>
                        <a:rPr lang="x-none" sz="2000" dirty="0">
                          <a:solidFill>
                            <a:srgbClr val="E8CEE3"/>
                          </a:solidFill>
                          <a:effectLst/>
                          <a:latin typeface="Consolas" panose="020B0609020204030204" pitchFamily="49" charset="0"/>
                        </a:rPr>
                        <a:t>FROM</a:t>
                      </a:r>
                      <a:r>
                        <a:rPr lang="en-US" sz="2000" dirty="0">
                          <a:solidFill>
                            <a:srgbClr val="E8CEE3"/>
                          </a:solidFill>
                          <a:effectLst/>
                          <a:latin typeface="Consolas" panose="020B0609020204030204" pitchFamily="49" charset="0"/>
                        </a:rPr>
                        <a:t> </a:t>
                      </a:r>
                      <a:r>
                        <a:rPr lang="zh-CN" sz="2000" dirty="0">
                          <a:solidFill>
                            <a:srgbClr val="D1D4DB"/>
                          </a:solidFill>
                          <a:effectLst/>
                          <a:latin typeface="Consolas" panose="020B0609020204030204" pitchFamily="49" charset="0"/>
                        </a:rPr>
                        <a:t>public.info  </a:t>
                      </a:r>
                      <a:endParaRPr lang="en-US" sz="2000" dirty="0">
                        <a:effectLst/>
                        <a:latin typeface="Consolas" panose="020B0609020204030204" pitchFamily="49" charset="0"/>
                      </a:endParaRPr>
                    </a:p>
                  </a:txBody>
                  <a:tcPr marL="50800" marR="50800" marT="50800" marB="50800">
                    <a:lnL>
                      <a:noFill/>
                    </a:lnL>
                    <a:lnR>
                      <a:noFill/>
                    </a:lnR>
                    <a:lnT>
                      <a:noFill/>
                    </a:lnT>
                    <a:lnB>
                      <a:noFill/>
                    </a:lnB>
                    <a:solidFill>
                      <a:srgbClr val="14131B"/>
                    </a:solidFill>
                  </a:tcPr>
                </a:tc>
                <a:extLst>
                  <a:ext uri="{0D108BD9-81ED-4DB2-BD59-A6C34878D82A}">
                    <a16:rowId xmlns:a16="http://schemas.microsoft.com/office/drawing/2014/main" val="3775534755"/>
                  </a:ext>
                </a:extLst>
              </a:tr>
              <a:tr h="573236">
                <a:tc>
                  <a:txBody>
                    <a:bodyPr/>
                    <a:lstStyle/>
                    <a:p>
                      <a:pPr marL="0" marR="0" fontAlgn="t">
                        <a:lnSpc>
                          <a:spcPts val="1800"/>
                        </a:lnSpc>
                        <a:spcBef>
                          <a:spcPts val="0"/>
                        </a:spcBef>
                        <a:spcAft>
                          <a:spcPts val="0"/>
                        </a:spcAft>
                      </a:pPr>
                      <a:r>
                        <a:rPr lang="zh-CN" sz="2000" dirty="0">
                          <a:solidFill>
                            <a:srgbClr val="E8CEE3"/>
                          </a:solidFill>
                          <a:effectLst/>
                          <a:latin typeface="Consolas" panose="020B0609020204030204" pitchFamily="49" charset="0"/>
                        </a:rPr>
                        <a:t>WHERE</a:t>
                      </a:r>
                      <a:r>
                        <a:rPr lang="en-US" altLang="zh-CN" sz="2000" dirty="0">
                          <a:solidFill>
                            <a:srgbClr val="E8CEE3"/>
                          </a:solidFill>
                          <a:effectLst/>
                          <a:latin typeface="Consolas" panose="020B0609020204030204" pitchFamily="49" charset="0"/>
                        </a:rPr>
                        <a:t> </a:t>
                      </a:r>
                      <a:r>
                        <a:rPr lang="zh-CN" sz="2000" dirty="0">
                          <a:solidFill>
                            <a:srgbClr val="D1D4DB"/>
                          </a:solidFill>
                          <a:effectLst/>
                          <a:latin typeface="Consolas" panose="020B0609020204030204" pitchFamily="49" charset="0"/>
                        </a:rPr>
                        <a:t>symbol </a:t>
                      </a:r>
                      <a:r>
                        <a:rPr lang="x-none" sz="2000" dirty="0">
                          <a:solidFill>
                            <a:srgbClr val="D1D4DB"/>
                          </a:solidFill>
                          <a:effectLst/>
                          <a:latin typeface="Consolas" panose="020B0609020204030204" pitchFamily="49" charset="0"/>
                        </a:rPr>
                        <a:t>=</a:t>
                      </a:r>
                      <a:r>
                        <a:rPr lang="en-US" sz="2000" dirty="0">
                          <a:solidFill>
                            <a:srgbClr val="ACDCEC"/>
                          </a:solidFill>
                          <a:effectLst/>
                          <a:latin typeface="Consolas" panose="020B0609020204030204" pitchFamily="49" charset="0"/>
                        </a:rPr>
                        <a:t> </a:t>
                      </a:r>
                      <a:r>
                        <a:rPr lang="en-US" altLang="zh-CN" sz="2000" dirty="0">
                          <a:solidFill>
                            <a:srgbClr val="ACDCEC"/>
                          </a:solidFill>
                          <a:effectLst/>
                          <a:latin typeface="Consolas" panose="020B0609020204030204" pitchFamily="49" charset="0"/>
                        </a:rPr>
                        <a:t>'EYCU</a:t>
                      </a:r>
                      <a:r>
                        <a:rPr lang="zh-CN" sz="2000" dirty="0">
                          <a:solidFill>
                            <a:srgbClr val="ACDCEC"/>
                          </a:solidFill>
                          <a:effectLst/>
                          <a:latin typeface="Consolas" panose="020B0609020204030204" pitchFamily="49" charset="0"/>
                        </a:rPr>
                        <a:t>'</a:t>
                      </a:r>
                      <a:r>
                        <a:rPr lang="zh-CN" sz="2000" dirty="0">
                          <a:solidFill>
                            <a:srgbClr val="D1D4DB"/>
                          </a:solidFill>
                          <a:effectLst/>
                          <a:latin typeface="Consolas" panose="020B0609020204030204" pitchFamily="49" charset="0"/>
                        </a:rPr>
                        <a:t>;</a:t>
                      </a:r>
                      <a:endParaRPr lang="en-US" sz="2000" dirty="0">
                        <a:effectLst/>
                        <a:latin typeface="Consolas" panose="020B0609020204030204" pitchFamily="49" charset="0"/>
                      </a:endParaRPr>
                    </a:p>
                  </a:txBody>
                  <a:tcPr marL="50800" marR="50800" marT="50800" marB="50800">
                    <a:lnL>
                      <a:noFill/>
                    </a:lnL>
                    <a:lnR>
                      <a:noFill/>
                    </a:lnR>
                    <a:lnT>
                      <a:noFill/>
                    </a:lnT>
                    <a:lnB>
                      <a:noFill/>
                    </a:lnB>
                    <a:solidFill>
                      <a:srgbClr val="14131B"/>
                    </a:solidFill>
                  </a:tcPr>
                </a:tc>
                <a:extLst>
                  <a:ext uri="{0D108BD9-81ED-4DB2-BD59-A6C34878D82A}">
                    <a16:rowId xmlns:a16="http://schemas.microsoft.com/office/drawing/2014/main" val="242100742"/>
                  </a:ext>
                </a:extLst>
              </a:tr>
            </a:tbl>
          </a:graphicData>
        </a:graphic>
      </p:graphicFrame>
      <p:pic>
        <p:nvPicPr>
          <p:cNvPr id="4" name="Picture 3">
            <a:extLst>
              <a:ext uri="{FF2B5EF4-FFF2-40B4-BE49-F238E27FC236}">
                <a16:creationId xmlns:a16="http://schemas.microsoft.com/office/drawing/2014/main" id="{A0F6EBE2-76DD-327E-1A38-01EFE511767B}"/>
              </a:ext>
            </a:extLst>
          </p:cNvPr>
          <p:cNvPicPr>
            <a:picLocks noChangeAspect="1"/>
          </p:cNvPicPr>
          <p:nvPr/>
        </p:nvPicPr>
        <p:blipFill>
          <a:blip r:embed="rId2"/>
          <a:stretch>
            <a:fillRect/>
          </a:stretch>
        </p:blipFill>
        <p:spPr>
          <a:xfrm>
            <a:off x="3609269" y="4805148"/>
            <a:ext cx="4038600" cy="638175"/>
          </a:xfrm>
          <a:prstGeom prst="rect">
            <a:avLst/>
          </a:prstGeom>
        </p:spPr>
      </p:pic>
    </p:spTree>
    <p:extLst>
      <p:ext uri="{BB962C8B-B14F-4D97-AF65-F5344CB8AC3E}">
        <p14:creationId xmlns:p14="http://schemas.microsoft.com/office/powerpoint/2010/main" val="829336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63506-435D-405D-AA50-7182FE5ED318}"/>
              </a:ext>
            </a:extLst>
          </p:cNvPr>
          <p:cNvSpPr>
            <a:spLocks noGrp="1"/>
          </p:cNvSpPr>
          <p:nvPr>
            <p:ph type="ctrTitle"/>
          </p:nvPr>
        </p:nvSpPr>
        <p:spPr>
          <a:xfrm>
            <a:off x="1524000" y="556591"/>
            <a:ext cx="9144000" cy="1364974"/>
          </a:xfrm>
        </p:spPr>
        <p:txBody>
          <a:bodyPr/>
          <a:lstStyle/>
          <a:p>
            <a:r>
              <a:rPr lang="en-US" dirty="0"/>
              <a:t>Step 3 (30 Minutes)</a:t>
            </a:r>
          </a:p>
        </p:txBody>
      </p:sp>
      <p:sp>
        <p:nvSpPr>
          <p:cNvPr id="3" name="Subtitle 2">
            <a:extLst>
              <a:ext uri="{FF2B5EF4-FFF2-40B4-BE49-F238E27FC236}">
                <a16:creationId xmlns:a16="http://schemas.microsoft.com/office/drawing/2014/main" id="{D1757C09-984E-4639-AD9A-F70AED7CC054}"/>
              </a:ext>
            </a:extLst>
          </p:cNvPr>
          <p:cNvSpPr>
            <a:spLocks noGrp="1"/>
          </p:cNvSpPr>
          <p:nvPr>
            <p:ph type="subTitle" idx="1"/>
          </p:nvPr>
        </p:nvSpPr>
        <p:spPr>
          <a:xfrm>
            <a:off x="1524000" y="2332382"/>
            <a:ext cx="9144000" cy="2951923"/>
          </a:xfrm>
        </p:spPr>
        <p:txBody>
          <a:bodyPr/>
          <a:lstStyle/>
          <a:p>
            <a:pPr algn="l"/>
            <a:r>
              <a:rPr lang="en-US" dirty="0"/>
              <a:t>Create a new HTML file named market_data.html.</a:t>
            </a:r>
          </a:p>
          <a:p>
            <a:pPr algn="l"/>
            <a:r>
              <a:rPr lang="en-US" dirty="0"/>
              <a:t>Add the infrastructure to the HTML file, including &lt;!DOCTYPE html&gt;, &lt;html&gt;, &lt;head&gt;, and &lt;body&gt; tags.</a:t>
            </a:r>
          </a:p>
          <a:p>
            <a:pPr algn="l"/>
            <a:r>
              <a:rPr lang="en-US" dirty="0"/>
              <a:t>Within the &lt;body&gt; tag, add an HTML table to display the market information retrieved from the database.</a:t>
            </a:r>
          </a:p>
        </p:txBody>
      </p:sp>
    </p:spTree>
    <p:extLst>
      <p:ext uri="{BB962C8B-B14F-4D97-AF65-F5344CB8AC3E}">
        <p14:creationId xmlns:p14="http://schemas.microsoft.com/office/powerpoint/2010/main" val="3466371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63506-435D-405D-AA50-7182FE5ED318}"/>
              </a:ext>
            </a:extLst>
          </p:cNvPr>
          <p:cNvSpPr>
            <a:spLocks noGrp="1"/>
          </p:cNvSpPr>
          <p:nvPr>
            <p:ph type="ctrTitle"/>
          </p:nvPr>
        </p:nvSpPr>
        <p:spPr>
          <a:xfrm>
            <a:off x="1524000" y="397565"/>
            <a:ext cx="9144000" cy="1364974"/>
          </a:xfrm>
        </p:spPr>
        <p:txBody>
          <a:bodyPr/>
          <a:lstStyle/>
          <a:p>
            <a:r>
              <a:rPr lang="en-US" dirty="0"/>
              <a:t>Step 3 (30 Minutes)</a:t>
            </a:r>
          </a:p>
        </p:txBody>
      </p:sp>
      <p:sp>
        <p:nvSpPr>
          <p:cNvPr id="3" name="Subtitle 2">
            <a:extLst>
              <a:ext uri="{FF2B5EF4-FFF2-40B4-BE49-F238E27FC236}">
                <a16:creationId xmlns:a16="http://schemas.microsoft.com/office/drawing/2014/main" id="{D1757C09-984E-4639-AD9A-F70AED7CC054}"/>
              </a:ext>
            </a:extLst>
          </p:cNvPr>
          <p:cNvSpPr>
            <a:spLocks noGrp="1"/>
          </p:cNvSpPr>
          <p:nvPr>
            <p:ph type="subTitle" idx="1"/>
          </p:nvPr>
        </p:nvSpPr>
        <p:spPr>
          <a:xfrm>
            <a:off x="1524000" y="1921565"/>
            <a:ext cx="9144000" cy="4227444"/>
          </a:xfrm>
        </p:spPr>
        <p:txBody>
          <a:bodyPr/>
          <a:lstStyle/>
          <a:p>
            <a:pPr algn="l"/>
            <a:r>
              <a:rPr lang="en-US" dirty="0"/>
              <a:t>Add JavaScript code to the HTML file to retrieve data from the database asynchronously and fill the data into the HTML table.</a:t>
            </a:r>
          </a:p>
          <a:p>
            <a:pPr algn="l"/>
            <a:r>
              <a:rPr lang="en-US" dirty="0"/>
              <a:t>Note: Since this is a simplified experiment, we can use static JavaScript code to simulate the process of retrieving data from the database. In actual applications, this is usually implemented through backend services (such as Node.js, PHP, Python Flask, etc.) and AJAX requests. But here, for simplicity, we can embed simulated data directly in the JavaScript code.</a:t>
            </a:r>
          </a:p>
          <a:p>
            <a:pPr algn="l"/>
            <a:r>
              <a:rPr lang="en-US" dirty="0"/>
              <a:t>The following is a simplified HTML and JavaScript code example:</a:t>
            </a:r>
          </a:p>
        </p:txBody>
      </p:sp>
    </p:spTree>
    <p:extLst>
      <p:ext uri="{BB962C8B-B14F-4D97-AF65-F5344CB8AC3E}">
        <p14:creationId xmlns:p14="http://schemas.microsoft.com/office/powerpoint/2010/main" val="1124566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1E78BF4-8818-4768-B945-588C044C2882}"/>
              </a:ext>
            </a:extLst>
          </p:cNvPr>
          <p:cNvGraphicFramePr>
            <a:graphicFrameLocks noGrp="1"/>
          </p:cNvGraphicFramePr>
          <p:nvPr>
            <p:extLst>
              <p:ext uri="{D42A27DB-BD31-4B8C-83A1-F6EECF244321}">
                <p14:modId xmlns:p14="http://schemas.microsoft.com/office/powerpoint/2010/main" val="1405731318"/>
              </p:ext>
            </p:extLst>
          </p:nvPr>
        </p:nvGraphicFramePr>
        <p:xfrm>
          <a:off x="0" y="0"/>
          <a:ext cx="12191999" cy="7034826"/>
        </p:xfrm>
        <a:graphic>
          <a:graphicData uri="http://schemas.openxmlformats.org/drawingml/2006/table">
            <a:tbl>
              <a:tblPr/>
              <a:tblGrid>
                <a:gridCol w="12191999">
                  <a:extLst>
                    <a:ext uri="{9D8B030D-6E8A-4147-A177-3AD203B41FA5}">
                      <a16:colId xmlns:a16="http://schemas.microsoft.com/office/drawing/2014/main" val="4132965435"/>
                    </a:ext>
                  </a:extLst>
                </a:gridCol>
              </a:tblGrid>
              <a:tr h="305862">
                <a:tc>
                  <a:txBody>
                    <a:bodyPr/>
                    <a:lstStyle/>
                    <a:p>
                      <a:pPr marL="0" marR="0" fontAlgn="t">
                        <a:lnSpc>
                          <a:spcPts val="1800"/>
                        </a:lnSpc>
                        <a:spcBef>
                          <a:spcPts val="0"/>
                        </a:spcBef>
                        <a:spcAft>
                          <a:spcPts val="0"/>
                        </a:spcAft>
                      </a:pPr>
                      <a:r>
                        <a:rPr lang="zh-CN" sz="2000">
                          <a:solidFill>
                            <a:srgbClr val="E8D05E"/>
                          </a:solidFill>
                          <a:effectLst/>
                          <a:latin typeface="Consolas" panose="020B0609020204030204" pitchFamily="49" charset="0"/>
                        </a:rPr>
                        <a:t>&lt;!DOCTYPE </a:t>
                      </a:r>
                      <a:r>
                        <a:rPr lang="x-none" sz="2000">
                          <a:solidFill>
                            <a:srgbClr val="E8CEE3"/>
                          </a:solidFill>
                          <a:effectLst/>
                          <a:latin typeface="Consolas" panose="020B0609020204030204" pitchFamily="49" charset="0"/>
                        </a:rPr>
                        <a:t>html</a:t>
                      </a:r>
                      <a:r>
                        <a:rPr lang="zh-CN" sz="2000">
                          <a:solidFill>
                            <a:srgbClr val="E8D05E"/>
                          </a:solidFill>
                          <a:effectLst/>
                          <a:latin typeface="Consolas" panose="020B0609020204030204" pitchFamily="49" charset="0"/>
                        </a:rPr>
                        <a:t>&gt;</a:t>
                      </a:r>
                      <a:endParaRPr lang="en-US" sz="2000">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2145261733"/>
                  </a:ext>
                </a:extLst>
              </a:tr>
              <a:tr h="305862">
                <a:tc>
                  <a:txBody>
                    <a:bodyPr/>
                    <a:lstStyle/>
                    <a:p>
                      <a:pPr marL="0" marR="0" fontAlgn="t">
                        <a:lnSpc>
                          <a:spcPts val="1800"/>
                        </a:lnSpc>
                        <a:spcBef>
                          <a:spcPts val="0"/>
                        </a:spcBef>
                        <a:spcAft>
                          <a:spcPts val="0"/>
                        </a:spcAft>
                      </a:pPr>
                      <a:r>
                        <a:rPr lang="zh-CN" sz="2000" dirty="0">
                          <a:solidFill>
                            <a:srgbClr val="F9C9D0"/>
                          </a:solidFill>
                          <a:effectLst/>
                          <a:latin typeface="Consolas" panose="020B0609020204030204" pitchFamily="49" charset="0"/>
                        </a:rPr>
                        <a:t>&lt;</a:t>
                      </a:r>
                      <a:r>
                        <a:rPr lang="x-none" sz="2000" dirty="0">
                          <a:solidFill>
                            <a:srgbClr val="F9C9D0"/>
                          </a:solidFill>
                          <a:effectLst/>
                          <a:latin typeface="Consolas" panose="020B0609020204030204" pitchFamily="49" charset="0"/>
                        </a:rPr>
                        <a:t>html</a:t>
                      </a:r>
                      <a:r>
                        <a:rPr lang="zh-CN" sz="2000" dirty="0">
                          <a:solidFill>
                            <a:srgbClr val="F9C9D0"/>
                          </a:solidFill>
                          <a:effectLst/>
                          <a:latin typeface="Consolas" panose="020B0609020204030204" pitchFamily="49" charset="0"/>
                        </a:rPr>
                        <a:t>lang=</a:t>
                      </a:r>
                      <a:r>
                        <a:rPr lang="x-none" sz="2000" dirty="0">
                          <a:solidFill>
                            <a:srgbClr val="ACDCEC"/>
                          </a:solidFill>
                          <a:effectLst/>
                          <a:latin typeface="Consolas" panose="020B0609020204030204" pitchFamily="49" charset="0"/>
                        </a:rPr>
                        <a:t>"en"</a:t>
                      </a:r>
                      <a:r>
                        <a:rPr lang="zh-CN" sz="2000" dirty="0">
                          <a:solidFill>
                            <a:srgbClr val="F9C9D0"/>
                          </a:solidFill>
                          <a:effectLst/>
                          <a:latin typeface="Consolas" panose="020B0609020204030204" pitchFamily="49" charset="0"/>
                        </a:rPr>
                        <a:t>&gt;</a:t>
                      </a:r>
                      <a:endParaRPr lang="en-US" sz="2000" dirty="0">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1148759684"/>
                  </a:ext>
                </a:extLst>
              </a:tr>
              <a:tr h="305862">
                <a:tc>
                  <a:txBody>
                    <a:bodyPr/>
                    <a:lstStyle/>
                    <a:p>
                      <a:pPr marL="0" marR="0" fontAlgn="t">
                        <a:lnSpc>
                          <a:spcPts val="1800"/>
                        </a:lnSpc>
                        <a:spcBef>
                          <a:spcPts val="0"/>
                        </a:spcBef>
                        <a:spcAft>
                          <a:spcPts val="0"/>
                        </a:spcAft>
                      </a:pPr>
                      <a:r>
                        <a:rPr lang="zh-CN" sz="2000">
                          <a:solidFill>
                            <a:srgbClr val="F9C9D0"/>
                          </a:solidFill>
                          <a:effectLst/>
                          <a:latin typeface="Consolas" panose="020B0609020204030204" pitchFamily="49" charset="0"/>
                        </a:rPr>
                        <a:t>&lt;</a:t>
                      </a:r>
                      <a:r>
                        <a:rPr lang="x-none" sz="2000">
                          <a:solidFill>
                            <a:srgbClr val="F9C9D0"/>
                          </a:solidFill>
                          <a:effectLst/>
                          <a:latin typeface="Consolas" panose="020B0609020204030204" pitchFamily="49" charset="0"/>
                        </a:rPr>
                        <a:t>head</a:t>
                      </a:r>
                      <a:r>
                        <a:rPr lang="zh-CN" sz="2000">
                          <a:solidFill>
                            <a:srgbClr val="F9C9D0"/>
                          </a:solidFill>
                          <a:effectLst/>
                          <a:latin typeface="Consolas" panose="020B0609020204030204" pitchFamily="49" charset="0"/>
                        </a:rPr>
                        <a:t>&gt;</a:t>
                      </a:r>
                      <a:endParaRPr lang="en-US" sz="2000">
                        <a:solidFill>
                          <a:srgbClr val="F9C9D0"/>
                        </a:solidFill>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332036985"/>
                  </a:ext>
                </a:extLst>
              </a:tr>
              <a:tr h="305862">
                <a:tc>
                  <a:txBody>
                    <a:bodyPr/>
                    <a:lstStyle/>
                    <a:p>
                      <a:pPr marL="0" marR="0" fontAlgn="t">
                        <a:lnSpc>
                          <a:spcPts val="1800"/>
                        </a:lnSpc>
                        <a:spcBef>
                          <a:spcPts val="0"/>
                        </a:spcBef>
                        <a:spcAft>
                          <a:spcPts val="0"/>
                        </a:spcAft>
                      </a:pPr>
                      <a:r>
                        <a:rPr lang="zh-CN" sz="2000">
                          <a:solidFill>
                            <a:srgbClr val="F9C9D0"/>
                          </a:solidFill>
                          <a:effectLst/>
                          <a:latin typeface="Consolas" panose="020B0609020204030204" pitchFamily="49" charset="0"/>
                        </a:rPr>
                        <a:t>&lt;</a:t>
                      </a:r>
                      <a:r>
                        <a:rPr lang="x-none" sz="2000">
                          <a:solidFill>
                            <a:srgbClr val="F9C9D0"/>
                          </a:solidFill>
                          <a:effectLst/>
                          <a:latin typeface="Consolas" panose="020B0609020204030204" pitchFamily="49" charset="0"/>
                        </a:rPr>
                        <a:t>meta</a:t>
                      </a:r>
                      <a:r>
                        <a:rPr lang="zh-CN" sz="2000">
                          <a:solidFill>
                            <a:srgbClr val="F9C9D0"/>
                          </a:solidFill>
                          <a:effectLst/>
                          <a:latin typeface="Consolas" panose="020B0609020204030204" pitchFamily="49" charset="0"/>
                        </a:rPr>
                        <a:t>charset=</a:t>
                      </a:r>
                      <a:r>
                        <a:rPr lang="x-none" sz="2000">
                          <a:solidFill>
                            <a:srgbClr val="ACDCEC"/>
                          </a:solidFill>
                          <a:effectLst/>
                          <a:latin typeface="Consolas" panose="020B0609020204030204" pitchFamily="49" charset="0"/>
                        </a:rPr>
                        <a:t>"UTF-8"</a:t>
                      </a:r>
                      <a:r>
                        <a:rPr lang="zh-CN" sz="2000">
                          <a:solidFill>
                            <a:srgbClr val="F9C9D0"/>
                          </a:solidFill>
                          <a:effectLst/>
                          <a:latin typeface="Consolas" panose="020B0609020204030204" pitchFamily="49" charset="0"/>
                        </a:rPr>
                        <a:t>&gt;</a:t>
                      </a:r>
                      <a:endParaRPr lang="en-US" sz="2000">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3026979963"/>
                  </a:ext>
                </a:extLst>
              </a:tr>
              <a:tr h="305862">
                <a:tc>
                  <a:txBody>
                    <a:bodyPr/>
                    <a:lstStyle/>
                    <a:p>
                      <a:pPr marL="0" marR="0" fontAlgn="t">
                        <a:lnSpc>
                          <a:spcPts val="1800"/>
                        </a:lnSpc>
                        <a:spcBef>
                          <a:spcPts val="0"/>
                        </a:spcBef>
                        <a:spcAft>
                          <a:spcPts val="0"/>
                        </a:spcAft>
                      </a:pPr>
                      <a:r>
                        <a:rPr lang="zh-CN" sz="2000">
                          <a:solidFill>
                            <a:srgbClr val="F9C9D0"/>
                          </a:solidFill>
                          <a:effectLst/>
                          <a:latin typeface="Consolas" panose="020B0609020204030204" pitchFamily="49" charset="0"/>
                        </a:rPr>
                        <a:t>&lt;</a:t>
                      </a:r>
                      <a:r>
                        <a:rPr lang="x-none" sz="2000">
                          <a:solidFill>
                            <a:srgbClr val="F9C9D0"/>
                          </a:solidFill>
                          <a:effectLst/>
                          <a:latin typeface="Consolas" panose="020B0609020204030204" pitchFamily="49" charset="0"/>
                        </a:rPr>
                        <a:t>meta</a:t>
                      </a:r>
                      <a:r>
                        <a:rPr lang="zh-CN" sz="2000">
                          <a:solidFill>
                            <a:srgbClr val="F9C9D0"/>
                          </a:solidFill>
                          <a:effectLst/>
                          <a:latin typeface="Consolas" panose="020B0609020204030204" pitchFamily="49" charset="0"/>
                        </a:rPr>
                        <a:t>name=</a:t>
                      </a:r>
                      <a:r>
                        <a:rPr lang="x-none" sz="2000">
                          <a:solidFill>
                            <a:srgbClr val="ACDCEC"/>
                          </a:solidFill>
                          <a:effectLst/>
                          <a:latin typeface="Consolas" panose="020B0609020204030204" pitchFamily="49" charset="0"/>
                        </a:rPr>
                        <a:t>"viewport"</a:t>
                      </a:r>
                      <a:r>
                        <a:rPr lang="zh-CN" sz="2000">
                          <a:solidFill>
                            <a:srgbClr val="F9C9D0"/>
                          </a:solidFill>
                          <a:effectLst/>
                          <a:latin typeface="Consolas" panose="020B0609020204030204" pitchFamily="49" charset="0"/>
                        </a:rPr>
                        <a:t>content=</a:t>
                      </a:r>
                      <a:r>
                        <a:rPr lang="x-none" sz="2000">
                          <a:solidFill>
                            <a:srgbClr val="ACDCEC"/>
                          </a:solidFill>
                          <a:effectLst/>
                          <a:latin typeface="Consolas" panose="020B0609020204030204" pitchFamily="49" charset="0"/>
                        </a:rPr>
                        <a:t>"width=device-width, initial-scale=1.0"</a:t>
                      </a:r>
                      <a:r>
                        <a:rPr lang="zh-CN" sz="2000">
                          <a:solidFill>
                            <a:srgbClr val="F9C9D0"/>
                          </a:solidFill>
                          <a:effectLst/>
                          <a:latin typeface="Consolas" panose="020B0609020204030204" pitchFamily="49" charset="0"/>
                        </a:rPr>
                        <a:t>&gt;</a:t>
                      </a:r>
                      <a:endParaRPr lang="en-US" sz="2000">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2551694569"/>
                  </a:ext>
                </a:extLst>
              </a:tr>
              <a:tr h="305862">
                <a:tc>
                  <a:txBody>
                    <a:bodyPr/>
                    <a:lstStyle/>
                    <a:p>
                      <a:pPr marL="0" marR="0" fontAlgn="t">
                        <a:lnSpc>
                          <a:spcPts val="1800"/>
                        </a:lnSpc>
                        <a:spcBef>
                          <a:spcPts val="0"/>
                        </a:spcBef>
                        <a:spcAft>
                          <a:spcPts val="0"/>
                        </a:spcAft>
                      </a:pPr>
                      <a:r>
                        <a:rPr lang="zh-CN" sz="2000">
                          <a:solidFill>
                            <a:srgbClr val="F9C9D0"/>
                          </a:solidFill>
                          <a:effectLst/>
                          <a:latin typeface="Consolas" panose="020B0609020204030204" pitchFamily="49" charset="0"/>
                        </a:rPr>
                        <a:t>&lt;</a:t>
                      </a:r>
                      <a:r>
                        <a:rPr lang="x-none" sz="2000">
                          <a:solidFill>
                            <a:srgbClr val="F9C9D0"/>
                          </a:solidFill>
                          <a:effectLst/>
                          <a:latin typeface="Consolas" panose="020B0609020204030204" pitchFamily="49" charset="0"/>
                        </a:rPr>
                        <a:t>title</a:t>
                      </a:r>
                      <a:r>
                        <a:rPr lang="zh-CN" sz="2000">
                          <a:solidFill>
                            <a:srgbClr val="F9C9D0"/>
                          </a:solidFill>
                          <a:effectLst/>
                          <a:latin typeface="Consolas" panose="020B0609020204030204" pitchFamily="49" charset="0"/>
                        </a:rPr>
                        <a:t>&gt;</a:t>
                      </a:r>
                      <a:r>
                        <a:rPr lang="zh-CN" sz="2000">
                          <a:solidFill>
                            <a:srgbClr val="D1D4DB"/>
                          </a:solidFill>
                          <a:effectLst/>
                          <a:latin typeface="Consolas" panose="020B0609020204030204" pitchFamily="49" charset="0"/>
                        </a:rPr>
                        <a:t>Market Data</a:t>
                      </a:r>
                      <a:r>
                        <a:rPr lang="x-none" sz="2000">
                          <a:solidFill>
                            <a:srgbClr val="F9C9D0"/>
                          </a:solidFill>
                          <a:effectLst/>
                          <a:latin typeface="Consolas" panose="020B0609020204030204" pitchFamily="49" charset="0"/>
                        </a:rPr>
                        <a:t>&lt;/title&gt;</a:t>
                      </a:r>
                      <a:endParaRPr lang="en-US" sz="2000">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1065805868"/>
                  </a:ext>
                </a:extLst>
              </a:tr>
              <a:tr h="305862">
                <a:tc>
                  <a:txBody>
                    <a:bodyPr/>
                    <a:lstStyle/>
                    <a:p>
                      <a:pPr marL="0" marR="0" fontAlgn="t">
                        <a:lnSpc>
                          <a:spcPts val="1800"/>
                        </a:lnSpc>
                        <a:spcBef>
                          <a:spcPts val="0"/>
                        </a:spcBef>
                        <a:spcAft>
                          <a:spcPts val="0"/>
                        </a:spcAft>
                      </a:pPr>
                      <a:r>
                        <a:rPr lang="zh-CN" sz="2000">
                          <a:solidFill>
                            <a:srgbClr val="F9C9D0"/>
                          </a:solidFill>
                          <a:effectLst/>
                          <a:latin typeface="Consolas" panose="020B0609020204030204" pitchFamily="49" charset="0"/>
                        </a:rPr>
                        <a:t>&lt;/</a:t>
                      </a:r>
                      <a:r>
                        <a:rPr lang="x-none" sz="2000">
                          <a:solidFill>
                            <a:srgbClr val="F9C9D0"/>
                          </a:solidFill>
                          <a:effectLst/>
                          <a:latin typeface="Consolas" panose="020B0609020204030204" pitchFamily="49" charset="0"/>
                        </a:rPr>
                        <a:t>head</a:t>
                      </a:r>
                      <a:r>
                        <a:rPr lang="zh-CN" sz="2000">
                          <a:solidFill>
                            <a:srgbClr val="F9C9D0"/>
                          </a:solidFill>
                          <a:effectLst/>
                          <a:latin typeface="Consolas" panose="020B0609020204030204" pitchFamily="49" charset="0"/>
                        </a:rPr>
                        <a:t>&gt;</a:t>
                      </a:r>
                      <a:endParaRPr lang="en-US" sz="2000">
                        <a:solidFill>
                          <a:srgbClr val="F9C9D0"/>
                        </a:solidFill>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3370456246"/>
                  </a:ext>
                </a:extLst>
              </a:tr>
              <a:tr h="305862">
                <a:tc>
                  <a:txBody>
                    <a:bodyPr/>
                    <a:lstStyle/>
                    <a:p>
                      <a:pPr marL="0" marR="0" fontAlgn="t">
                        <a:lnSpc>
                          <a:spcPts val="1800"/>
                        </a:lnSpc>
                        <a:spcBef>
                          <a:spcPts val="0"/>
                        </a:spcBef>
                        <a:spcAft>
                          <a:spcPts val="0"/>
                        </a:spcAft>
                      </a:pPr>
                      <a:r>
                        <a:rPr lang="zh-CN" sz="2000">
                          <a:solidFill>
                            <a:srgbClr val="F9C9D0"/>
                          </a:solidFill>
                          <a:effectLst/>
                          <a:latin typeface="Consolas" panose="020B0609020204030204" pitchFamily="49" charset="0"/>
                        </a:rPr>
                        <a:t>&lt;</a:t>
                      </a:r>
                      <a:r>
                        <a:rPr lang="x-none" sz="2000">
                          <a:solidFill>
                            <a:srgbClr val="F9C9D0"/>
                          </a:solidFill>
                          <a:effectLst/>
                          <a:latin typeface="Consolas" panose="020B0609020204030204" pitchFamily="49" charset="0"/>
                        </a:rPr>
                        <a:t>body</a:t>
                      </a:r>
                      <a:r>
                        <a:rPr lang="zh-CN" sz="2000">
                          <a:solidFill>
                            <a:srgbClr val="F9C9D0"/>
                          </a:solidFill>
                          <a:effectLst/>
                          <a:latin typeface="Consolas" panose="020B0609020204030204" pitchFamily="49" charset="0"/>
                        </a:rPr>
                        <a:t>&gt;</a:t>
                      </a:r>
                      <a:endParaRPr lang="en-US" sz="2000">
                        <a:solidFill>
                          <a:srgbClr val="F9C9D0"/>
                        </a:solidFill>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868126168"/>
                  </a:ext>
                </a:extLst>
              </a:tr>
              <a:tr h="305862">
                <a:tc>
                  <a:txBody>
                    <a:bodyPr/>
                    <a:lstStyle/>
                    <a:p>
                      <a:pPr marL="0" marR="0" fontAlgn="t">
                        <a:lnSpc>
                          <a:spcPts val="1800"/>
                        </a:lnSpc>
                        <a:spcBef>
                          <a:spcPts val="0"/>
                        </a:spcBef>
                        <a:spcAft>
                          <a:spcPts val="0"/>
                        </a:spcAft>
                      </a:pPr>
                      <a:r>
                        <a:rPr lang="zh-CN" sz="2000" dirty="0">
                          <a:solidFill>
                            <a:srgbClr val="F9C9D0"/>
                          </a:solidFill>
                          <a:effectLst/>
                          <a:latin typeface="Consolas" panose="020B0609020204030204" pitchFamily="49" charset="0"/>
                        </a:rPr>
                        <a:t>&lt;</a:t>
                      </a:r>
                      <a:r>
                        <a:rPr lang="x-none" sz="2000" dirty="0">
                          <a:solidFill>
                            <a:srgbClr val="F9C9D0"/>
                          </a:solidFill>
                          <a:effectLst/>
                          <a:latin typeface="Consolas" panose="020B0609020204030204" pitchFamily="49" charset="0"/>
                        </a:rPr>
                        <a:t>h1</a:t>
                      </a:r>
                      <a:r>
                        <a:rPr lang="zh-CN" sz="2000" dirty="0">
                          <a:solidFill>
                            <a:srgbClr val="F9C9D0"/>
                          </a:solidFill>
                          <a:effectLst/>
                          <a:latin typeface="Consolas" panose="020B0609020204030204" pitchFamily="49" charset="0"/>
                        </a:rPr>
                        <a:t>&gt;</a:t>
                      </a:r>
                      <a:r>
                        <a:rPr lang="zh-CN" sz="2000" dirty="0">
                          <a:solidFill>
                            <a:srgbClr val="D1D4DB"/>
                          </a:solidFill>
                          <a:effectLst/>
                          <a:latin typeface="Consolas" panose="020B0609020204030204" pitchFamily="49" charset="0"/>
                        </a:rPr>
                        <a:t>Market Data for BTC/</a:t>
                      </a:r>
                      <a:r>
                        <a:rPr lang="en-US" altLang="zh-CN" sz="2000" dirty="0">
                          <a:solidFill>
                            <a:srgbClr val="D1D4DB"/>
                          </a:solidFill>
                          <a:effectLst/>
                          <a:latin typeface="Consolas" panose="020B0609020204030204" pitchFamily="49" charset="0"/>
                        </a:rPr>
                        <a:t>ETH</a:t>
                      </a:r>
                      <a:r>
                        <a:rPr lang="x-none" sz="2000" dirty="0">
                          <a:solidFill>
                            <a:srgbClr val="F9C9D0"/>
                          </a:solidFill>
                          <a:effectLst/>
                          <a:latin typeface="Consolas" panose="020B0609020204030204" pitchFamily="49" charset="0"/>
                        </a:rPr>
                        <a:t>&lt;/h1&gt;</a:t>
                      </a:r>
                      <a:endParaRPr lang="en-US" sz="2000" dirty="0">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3898957849"/>
                  </a:ext>
                </a:extLst>
              </a:tr>
              <a:tr h="305862">
                <a:tc>
                  <a:txBody>
                    <a:bodyPr/>
                    <a:lstStyle/>
                    <a:p>
                      <a:pPr marL="0" marR="0" fontAlgn="t">
                        <a:lnSpc>
                          <a:spcPts val="1800"/>
                        </a:lnSpc>
                        <a:spcBef>
                          <a:spcPts val="0"/>
                        </a:spcBef>
                        <a:spcAft>
                          <a:spcPts val="0"/>
                        </a:spcAft>
                      </a:pPr>
                      <a:r>
                        <a:rPr lang="zh-CN" sz="2000" dirty="0">
                          <a:solidFill>
                            <a:srgbClr val="F9C9D0"/>
                          </a:solidFill>
                          <a:effectLst/>
                          <a:latin typeface="Consolas" panose="020B0609020204030204" pitchFamily="49" charset="0"/>
                        </a:rPr>
                        <a:t>&lt;</a:t>
                      </a:r>
                      <a:r>
                        <a:rPr lang="x-none" sz="2000" dirty="0">
                          <a:solidFill>
                            <a:srgbClr val="F9C9D0"/>
                          </a:solidFill>
                          <a:effectLst/>
                          <a:latin typeface="Consolas" panose="020B0609020204030204" pitchFamily="49" charset="0"/>
                        </a:rPr>
                        <a:t>table</a:t>
                      </a:r>
                      <a:r>
                        <a:rPr lang="en-US" sz="2000" dirty="0">
                          <a:solidFill>
                            <a:srgbClr val="F9C9D0"/>
                          </a:solidFill>
                          <a:effectLst/>
                          <a:latin typeface="Consolas" panose="020B0609020204030204" pitchFamily="49" charset="0"/>
                        </a:rPr>
                        <a:t> </a:t>
                      </a:r>
                      <a:r>
                        <a:rPr lang="zh-CN" sz="2000" dirty="0">
                          <a:solidFill>
                            <a:srgbClr val="F9C9D0"/>
                          </a:solidFill>
                          <a:effectLst/>
                          <a:latin typeface="Consolas" panose="020B0609020204030204" pitchFamily="49" charset="0"/>
                        </a:rPr>
                        <a:t>border=</a:t>
                      </a:r>
                      <a:r>
                        <a:rPr lang="x-none" sz="2000" dirty="0">
                          <a:solidFill>
                            <a:srgbClr val="ACDCEC"/>
                          </a:solidFill>
                          <a:effectLst/>
                          <a:latin typeface="Consolas" panose="020B0609020204030204" pitchFamily="49" charset="0"/>
                        </a:rPr>
                        <a:t>"1"</a:t>
                      </a:r>
                      <a:r>
                        <a:rPr lang="zh-CN" sz="2000" dirty="0">
                          <a:solidFill>
                            <a:srgbClr val="F9C9D0"/>
                          </a:solidFill>
                          <a:effectLst/>
                          <a:latin typeface="Consolas" panose="020B0609020204030204" pitchFamily="49" charset="0"/>
                        </a:rPr>
                        <a:t>&gt;</a:t>
                      </a:r>
                      <a:endParaRPr lang="en-US" sz="2000" dirty="0">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1837455996"/>
                  </a:ext>
                </a:extLst>
              </a:tr>
              <a:tr h="305862">
                <a:tc>
                  <a:txBody>
                    <a:bodyPr/>
                    <a:lstStyle/>
                    <a:p>
                      <a:pPr marL="0" marR="0" fontAlgn="t">
                        <a:lnSpc>
                          <a:spcPts val="1800"/>
                        </a:lnSpc>
                        <a:spcBef>
                          <a:spcPts val="0"/>
                        </a:spcBef>
                        <a:spcAft>
                          <a:spcPts val="0"/>
                        </a:spcAft>
                      </a:pPr>
                      <a:r>
                        <a:rPr lang="zh-CN" sz="2000">
                          <a:solidFill>
                            <a:srgbClr val="F9C9D0"/>
                          </a:solidFill>
                          <a:effectLst/>
                          <a:latin typeface="Consolas" panose="020B0609020204030204" pitchFamily="49" charset="0"/>
                        </a:rPr>
                        <a:t>&lt;</a:t>
                      </a:r>
                      <a:r>
                        <a:rPr lang="x-none" sz="2000">
                          <a:solidFill>
                            <a:srgbClr val="F9C9D0"/>
                          </a:solidFill>
                          <a:effectLst/>
                          <a:latin typeface="Consolas" panose="020B0609020204030204" pitchFamily="49" charset="0"/>
                        </a:rPr>
                        <a:t>tr</a:t>
                      </a:r>
                      <a:r>
                        <a:rPr lang="zh-CN" sz="2000">
                          <a:solidFill>
                            <a:srgbClr val="F9C9D0"/>
                          </a:solidFill>
                          <a:effectLst/>
                          <a:latin typeface="Consolas" panose="020B0609020204030204" pitchFamily="49" charset="0"/>
                        </a:rPr>
                        <a:t>&gt;</a:t>
                      </a:r>
                      <a:endParaRPr lang="en-US" sz="2000">
                        <a:solidFill>
                          <a:srgbClr val="F9C9D0"/>
                        </a:solidFill>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899872669"/>
                  </a:ext>
                </a:extLst>
              </a:tr>
              <a:tr h="305862">
                <a:tc>
                  <a:txBody>
                    <a:bodyPr/>
                    <a:lstStyle/>
                    <a:p>
                      <a:pPr marL="0" marR="0" fontAlgn="t">
                        <a:lnSpc>
                          <a:spcPts val="1800"/>
                        </a:lnSpc>
                        <a:spcBef>
                          <a:spcPts val="0"/>
                        </a:spcBef>
                        <a:spcAft>
                          <a:spcPts val="0"/>
                        </a:spcAft>
                      </a:pPr>
                      <a:r>
                        <a:rPr lang="zh-CN" sz="2000">
                          <a:solidFill>
                            <a:srgbClr val="F9C9D0"/>
                          </a:solidFill>
                          <a:effectLst/>
                          <a:latin typeface="Consolas" panose="020B0609020204030204" pitchFamily="49" charset="0"/>
                        </a:rPr>
                        <a:t>&lt;</a:t>
                      </a:r>
                      <a:r>
                        <a:rPr lang="x-none" sz="2000">
                          <a:solidFill>
                            <a:srgbClr val="F9C9D0"/>
                          </a:solidFill>
                          <a:effectLst/>
                          <a:latin typeface="Consolas" panose="020B0609020204030204" pitchFamily="49" charset="0"/>
                        </a:rPr>
                        <a:t>th</a:t>
                      </a:r>
                      <a:r>
                        <a:rPr lang="zh-CN" sz="2000">
                          <a:solidFill>
                            <a:srgbClr val="F9C9D0"/>
                          </a:solidFill>
                          <a:effectLst/>
                          <a:latin typeface="Consolas" panose="020B0609020204030204" pitchFamily="49" charset="0"/>
                        </a:rPr>
                        <a:t>&gt;</a:t>
                      </a:r>
                      <a:r>
                        <a:rPr lang="zh-CN" sz="2000">
                          <a:solidFill>
                            <a:srgbClr val="D1D4DB"/>
                          </a:solidFill>
                          <a:effectLst/>
                          <a:latin typeface="Consolas" panose="020B0609020204030204" pitchFamily="49" charset="0"/>
                        </a:rPr>
                        <a:t>Symbol</a:t>
                      </a:r>
                      <a:r>
                        <a:rPr lang="x-none" sz="2000">
                          <a:solidFill>
                            <a:srgbClr val="F9C9D0"/>
                          </a:solidFill>
                          <a:effectLst/>
                          <a:latin typeface="Consolas" panose="020B0609020204030204" pitchFamily="49" charset="0"/>
                        </a:rPr>
                        <a:t>&lt;/th&gt;</a:t>
                      </a:r>
                      <a:endParaRPr lang="en-US" sz="2000">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3373754410"/>
                  </a:ext>
                </a:extLst>
              </a:tr>
              <a:tr h="305862">
                <a:tc>
                  <a:txBody>
                    <a:bodyPr/>
                    <a:lstStyle/>
                    <a:p>
                      <a:pPr marL="0" marR="0" fontAlgn="t">
                        <a:lnSpc>
                          <a:spcPts val="1800"/>
                        </a:lnSpc>
                        <a:spcBef>
                          <a:spcPts val="0"/>
                        </a:spcBef>
                        <a:spcAft>
                          <a:spcPts val="0"/>
                        </a:spcAft>
                      </a:pPr>
                      <a:r>
                        <a:rPr lang="zh-CN" sz="2000">
                          <a:solidFill>
                            <a:srgbClr val="F9C9D0"/>
                          </a:solidFill>
                          <a:effectLst/>
                          <a:latin typeface="Consolas" panose="020B0609020204030204" pitchFamily="49" charset="0"/>
                        </a:rPr>
                        <a:t>&lt;</a:t>
                      </a:r>
                      <a:r>
                        <a:rPr lang="x-none" sz="2000">
                          <a:solidFill>
                            <a:srgbClr val="F9C9D0"/>
                          </a:solidFill>
                          <a:effectLst/>
                          <a:latin typeface="Consolas" panose="020B0609020204030204" pitchFamily="49" charset="0"/>
                        </a:rPr>
                        <a:t>th</a:t>
                      </a:r>
                      <a:r>
                        <a:rPr lang="zh-CN" sz="2000">
                          <a:solidFill>
                            <a:srgbClr val="F9C9D0"/>
                          </a:solidFill>
                          <a:effectLst/>
                          <a:latin typeface="Consolas" panose="020B0609020204030204" pitchFamily="49" charset="0"/>
                        </a:rPr>
                        <a:t>&gt;</a:t>
                      </a:r>
                      <a:r>
                        <a:rPr lang="zh-CN" sz="2000">
                          <a:solidFill>
                            <a:srgbClr val="D1D4DB"/>
                          </a:solidFill>
                          <a:effectLst/>
                          <a:latin typeface="Consolas" panose="020B0609020204030204" pitchFamily="49" charset="0"/>
                        </a:rPr>
                        <a:t>Best Sell Price</a:t>
                      </a:r>
                      <a:r>
                        <a:rPr lang="x-none" sz="2000">
                          <a:solidFill>
                            <a:srgbClr val="F9C9D0"/>
                          </a:solidFill>
                          <a:effectLst/>
                          <a:latin typeface="Consolas" panose="020B0609020204030204" pitchFamily="49" charset="0"/>
                        </a:rPr>
                        <a:t>&lt;/th&gt;</a:t>
                      </a:r>
                      <a:endParaRPr lang="en-US" sz="2000">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3976372953"/>
                  </a:ext>
                </a:extLst>
              </a:tr>
              <a:tr h="305862">
                <a:tc>
                  <a:txBody>
                    <a:bodyPr/>
                    <a:lstStyle/>
                    <a:p>
                      <a:pPr marL="0" marR="0" fontAlgn="t">
                        <a:lnSpc>
                          <a:spcPts val="1800"/>
                        </a:lnSpc>
                        <a:spcBef>
                          <a:spcPts val="0"/>
                        </a:spcBef>
                        <a:spcAft>
                          <a:spcPts val="0"/>
                        </a:spcAft>
                      </a:pPr>
                      <a:r>
                        <a:rPr lang="zh-CN" sz="2000">
                          <a:solidFill>
                            <a:srgbClr val="F9C9D0"/>
                          </a:solidFill>
                          <a:effectLst/>
                          <a:latin typeface="Consolas" panose="020B0609020204030204" pitchFamily="49" charset="0"/>
                        </a:rPr>
                        <a:t>&lt;</a:t>
                      </a:r>
                      <a:r>
                        <a:rPr lang="x-none" sz="2000">
                          <a:solidFill>
                            <a:srgbClr val="F9C9D0"/>
                          </a:solidFill>
                          <a:effectLst/>
                          <a:latin typeface="Consolas" panose="020B0609020204030204" pitchFamily="49" charset="0"/>
                        </a:rPr>
                        <a:t>th</a:t>
                      </a:r>
                      <a:r>
                        <a:rPr lang="zh-CN" sz="2000">
                          <a:solidFill>
                            <a:srgbClr val="F9C9D0"/>
                          </a:solidFill>
                          <a:effectLst/>
                          <a:latin typeface="Consolas" panose="020B0609020204030204" pitchFamily="49" charset="0"/>
                        </a:rPr>
                        <a:t>&gt;</a:t>
                      </a:r>
                      <a:r>
                        <a:rPr lang="zh-CN" sz="2000">
                          <a:solidFill>
                            <a:srgbClr val="D1D4DB"/>
                          </a:solidFill>
                          <a:effectLst/>
                          <a:latin typeface="Consolas" panose="020B0609020204030204" pitchFamily="49" charset="0"/>
                        </a:rPr>
                        <a:t>Best Sell Quantity</a:t>
                      </a:r>
                      <a:r>
                        <a:rPr lang="x-none" sz="2000">
                          <a:solidFill>
                            <a:srgbClr val="F9C9D0"/>
                          </a:solidFill>
                          <a:effectLst/>
                          <a:latin typeface="Consolas" panose="020B0609020204030204" pitchFamily="49" charset="0"/>
                        </a:rPr>
                        <a:t>&lt;/th&gt;</a:t>
                      </a:r>
                      <a:endParaRPr lang="en-US" sz="2000">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1375732764"/>
                  </a:ext>
                </a:extLst>
              </a:tr>
              <a:tr h="305862">
                <a:tc>
                  <a:txBody>
                    <a:bodyPr/>
                    <a:lstStyle/>
                    <a:p>
                      <a:pPr marL="0" marR="0" fontAlgn="t">
                        <a:lnSpc>
                          <a:spcPts val="1800"/>
                        </a:lnSpc>
                        <a:spcBef>
                          <a:spcPts val="0"/>
                        </a:spcBef>
                        <a:spcAft>
                          <a:spcPts val="0"/>
                        </a:spcAft>
                      </a:pPr>
                      <a:r>
                        <a:rPr lang="zh-CN" sz="2000">
                          <a:solidFill>
                            <a:srgbClr val="F9C9D0"/>
                          </a:solidFill>
                          <a:effectLst/>
                          <a:latin typeface="Consolas" panose="020B0609020204030204" pitchFamily="49" charset="0"/>
                        </a:rPr>
                        <a:t>&lt;</a:t>
                      </a:r>
                      <a:r>
                        <a:rPr lang="x-none" sz="2000">
                          <a:solidFill>
                            <a:srgbClr val="F9C9D0"/>
                          </a:solidFill>
                          <a:effectLst/>
                          <a:latin typeface="Consolas" panose="020B0609020204030204" pitchFamily="49" charset="0"/>
                        </a:rPr>
                        <a:t>th</a:t>
                      </a:r>
                      <a:r>
                        <a:rPr lang="zh-CN" sz="2000">
                          <a:solidFill>
                            <a:srgbClr val="F9C9D0"/>
                          </a:solidFill>
                          <a:effectLst/>
                          <a:latin typeface="Consolas" panose="020B0609020204030204" pitchFamily="49" charset="0"/>
                        </a:rPr>
                        <a:t>&gt;</a:t>
                      </a:r>
                      <a:r>
                        <a:rPr lang="zh-CN" sz="2000">
                          <a:solidFill>
                            <a:srgbClr val="D1D4DB"/>
                          </a:solidFill>
                          <a:effectLst/>
                          <a:latin typeface="Consolas" panose="020B0609020204030204" pitchFamily="49" charset="0"/>
                        </a:rPr>
                        <a:t>Best Buy Price</a:t>
                      </a:r>
                      <a:r>
                        <a:rPr lang="x-none" sz="2000">
                          <a:solidFill>
                            <a:srgbClr val="F9C9D0"/>
                          </a:solidFill>
                          <a:effectLst/>
                          <a:latin typeface="Consolas" panose="020B0609020204030204" pitchFamily="49" charset="0"/>
                        </a:rPr>
                        <a:t>&lt;/th&gt;</a:t>
                      </a:r>
                      <a:endParaRPr lang="en-US" sz="2000">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1337059842"/>
                  </a:ext>
                </a:extLst>
              </a:tr>
              <a:tr h="305862">
                <a:tc>
                  <a:txBody>
                    <a:bodyPr/>
                    <a:lstStyle/>
                    <a:p>
                      <a:pPr marL="0" marR="0" fontAlgn="t">
                        <a:lnSpc>
                          <a:spcPts val="1800"/>
                        </a:lnSpc>
                        <a:spcBef>
                          <a:spcPts val="0"/>
                        </a:spcBef>
                        <a:spcAft>
                          <a:spcPts val="0"/>
                        </a:spcAft>
                      </a:pPr>
                      <a:r>
                        <a:rPr lang="zh-CN" sz="2000">
                          <a:solidFill>
                            <a:srgbClr val="F9C9D0"/>
                          </a:solidFill>
                          <a:effectLst/>
                          <a:latin typeface="Consolas" panose="020B0609020204030204" pitchFamily="49" charset="0"/>
                        </a:rPr>
                        <a:t>&lt;</a:t>
                      </a:r>
                      <a:r>
                        <a:rPr lang="x-none" sz="2000">
                          <a:solidFill>
                            <a:srgbClr val="F9C9D0"/>
                          </a:solidFill>
                          <a:effectLst/>
                          <a:latin typeface="Consolas" panose="020B0609020204030204" pitchFamily="49" charset="0"/>
                        </a:rPr>
                        <a:t>th</a:t>
                      </a:r>
                      <a:r>
                        <a:rPr lang="zh-CN" sz="2000">
                          <a:solidFill>
                            <a:srgbClr val="F9C9D0"/>
                          </a:solidFill>
                          <a:effectLst/>
                          <a:latin typeface="Consolas" panose="020B0609020204030204" pitchFamily="49" charset="0"/>
                        </a:rPr>
                        <a:t>&gt;</a:t>
                      </a:r>
                      <a:r>
                        <a:rPr lang="zh-CN" sz="2000">
                          <a:solidFill>
                            <a:srgbClr val="D1D4DB"/>
                          </a:solidFill>
                          <a:effectLst/>
                          <a:latin typeface="Consolas" panose="020B0609020204030204" pitchFamily="49" charset="0"/>
                        </a:rPr>
                        <a:t>Best Buy Quantity</a:t>
                      </a:r>
                      <a:r>
                        <a:rPr lang="x-none" sz="2000">
                          <a:solidFill>
                            <a:srgbClr val="F9C9D0"/>
                          </a:solidFill>
                          <a:effectLst/>
                          <a:latin typeface="Consolas" panose="020B0609020204030204" pitchFamily="49" charset="0"/>
                        </a:rPr>
                        <a:t>&lt;/th&gt;</a:t>
                      </a:r>
                      <a:endParaRPr lang="en-US" sz="2000">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1427227622"/>
                  </a:ext>
                </a:extLst>
              </a:tr>
              <a:tr h="305862">
                <a:tc>
                  <a:txBody>
                    <a:bodyPr/>
                    <a:lstStyle/>
                    <a:p>
                      <a:pPr marL="0" marR="0" fontAlgn="t">
                        <a:lnSpc>
                          <a:spcPts val="1800"/>
                        </a:lnSpc>
                        <a:spcBef>
                          <a:spcPts val="0"/>
                        </a:spcBef>
                        <a:spcAft>
                          <a:spcPts val="0"/>
                        </a:spcAft>
                      </a:pPr>
                      <a:r>
                        <a:rPr lang="zh-CN" sz="2000">
                          <a:solidFill>
                            <a:srgbClr val="F9C9D0"/>
                          </a:solidFill>
                          <a:effectLst/>
                          <a:latin typeface="Consolas" panose="020B0609020204030204" pitchFamily="49" charset="0"/>
                        </a:rPr>
                        <a:t>&lt;</a:t>
                      </a:r>
                      <a:r>
                        <a:rPr lang="x-none" sz="2000">
                          <a:solidFill>
                            <a:srgbClr val="F9C9D0"/>
                          </a:solidFill>
                          <a:effectLst/>
                          <a:latin typeface="Consolas" panose="020B0609020204030204" pitchFamily="49" charset="0"/>
                        </a:rPr>
                        <a:t>th</a:t>
                      </a:r>
                      <a:r>
                        <a:rPr lang="zh-CN" sz="2000">
                          <a:solidFill>
                            <a:srgbClr val="F9C9D0"/>
                          </a:solidFill>
                          <a:effectLst/>
                          <a:latin typeface="Consolas" panose="020B0609020204030204" pitchFamily="49" charset="0"/>
                        </a:rPr>
                        <a:t>&gt;</a:t>
                      </a:r>
                      <a:r>
                        <a:rPr lang="zh-CN" sz="2000">
                          <a:solidFill>
                            <a:srgbClr val="D1D4DB"/>
                          </a:solidFill>
                          <a:effectLst/>
                          <a:latin typeface="Consolas" panose="020B0609020204030204" pitchFamily="49" charset="0"/>
                        </a:rPr>
                        <a:t>Base Currency</a:t>
                      </a:r>
                      <a:r>
                        <a:rPr lang="x-none" sz="2000">
                          <a:solidFill>
                            <a:srgbClr val="F9C9D0"/>
                          </a:solidFill>
                          <a:effectLst/>
                          <a:latin typeface="Consolas" panose="020B0609020204030204" pitchFamily="49" charset="0"/>
                        </a:rPr>
                        <a:t>&lt;/th&gt;</a:t>
                      </a:r>
                      <a:endParaRPr lang="en-US" sz="2000">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792079963"/>
                  </a:ext>
                </a:extLst>
              </a:tr>
              <a:tr h="305862">
                <a:tc>
                  <a:txBody>
                    <a:bodyPr/>
                    <a:lstStyle/>
                    <a:p>
                      <a:pPr marL="0" marR="0" fontAlgn="t">
                        <a:lnSpc>
                          <a:spcPts val="1800"/>
                        </a:lnSpc>
                        <a:spcBef>
                          <a:spcPts val="0"/>
                        </a:spcBef>
                        <a:spcAft>
                          <a:spcPts val="0"/>
                        </a:spcAft>
                      </a:pPr>
                      <a:r>
                        <a:rPr lang="zh-CN" sz="2000">
                          <a:solidFill>
                            <a:srgbClr val="F9C9D0"/>
                          </a:solidFill>
                          <a:effectLst/>
                          <a:latin typeface="Consolas" panose="020B0609020204030204" pitchFamily="49" charset="0"/>
                        </a:rPr>
                        <a:t>&lt;</a:t>
                      </a:r>
                      <a:r>
                        <a:rPr lang="x-none" sz="2000">
                          <a:solidFill>
                            <a:srgbClr val="F9C9D0"/>
                          </a:solidFill>
                          <a:effectLst/>
                          <a:latin typeface="Consolas" panose="020B0609020204030204" pitchFamily="49" charset="0"/>
                        </a:rPr>
                        <a:t>th</a:t>
                      </a:r>
                      <a:r>
                        <a:rPr lang="zh-CN" sz="2000">
                          <a:solidFill>
                            <a:srgbClr val="F9C9D0"/>
                          </a:solidFill>
                          <a:effectLst/>
                          <a:latin typeface="Consolas" panose="020B0609020204030204" pitchFamily="49" charset="0"/>
                        </a:rPr>
                        <a:t>&gt;</a:t>
                      </a:r>
                      <a:r>
                        <a:rPr lang="zh-CN" sz="2000">
                          <a:solidFill>
                            <a:srgbClr val="D1D4DB"/>
                          </a:solidFill>
                          <a:effectLst/>
                          <a:latin typeface="Consolas" panose="020B0609020204030204" pitchFamily="49" charset="0"/>
                        </a:rPr>
                        <a:t>Quote Currency</a:t>
                      </a:r>
                      <a:r>
                        <a:rPr lang="x-none" sz="2000">
                          <a:solidFill>
                            <a:srgbClr val="F9C9D0"/>
                          </a:solidFill>
                          <a:effectLst/>
                          <a:latin typeface="Consolas" panose="020B0609020204030204" pitchFamily="49" charset="0"/>
                        </a:rPr>
                        <a:t>&lt;/th&gt;</a:t>
                      </a:r>
                      <a:endParaRPr lang="en-US" sz="2000">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2665219577"/>
                  </a:ext>
                </a:extLst>
              </a:tr>
              <a:tr h="305862">
                <a:tc>
                  <a:txBody>
                    <a:bodyPr/>
                    <a:lstStyle/>
                    <a:p>
                      <a:pPr marL="0" marR="0" fontAlgn="t">
                        <a:lnSpc>
                          <a:spcPts val="1800"/>
                        </a:lnSpc>
                        <a:spcBef>
                          <a:spcPts val="0"/>
                        </a:spcBef>
                        <a:spcAft>
                          <a:spcPts val="0"/>
                        </a:spcAft>
                      </a:pPr>
                      <a:r>
                        <a:rPr lang="zh-CN" sz="2000">
                          <a:solidFill>
                            <a:srgbClr val="F9C9D0"/>
                          </a:solidFill>
                          <a:effectLst/>
                          <a:latin typeface="Consolas" panose="020B0609020204030204" pitchFamily="49" charset="0"/>
                        </a:rPr>
                        <a:t>&lt;/</a:t>
                      </a:r>
                      <a:r>
                        <a:rPr lang="x-none" sz="2000">
                          <a:solidFill>
                            <a:srgbClr val="F9C9D0"/>
                          </a:solidFill>
                          <a:effectLst/>
                          <a:latin typeface="Consolas" panose="020B0609020204030204" pitchFamily="49" charset="0"/>
                        </a:rPr>
                        <a:t>tr</a:t>
                      </a:r>
                      <a:r>
                        <a:rPr lang="zh-CN" sz="2000">
                          <a:solidFill>
                            <a:srgbClr val="F9C9D0"/>
                          </a:solidFill>
                          <a:effectLst/>
                          <a:latin typeface="Consolas" panose="020B0609020204030204" pitchFamily="49" charset="0"/>
                        </a:rPr>
                        <a:t>&gt;</a:t>
                      </a:r>
                      <a:endParaRPr lang="en-US" sz="2000">
                        <a:solidFill>
                          <a:srgbClr val="F9C9D0"/>
                        </a:solidFill>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600686268"/>
                  </a:ext>
                </a:extLst>
              </a:tr>
              <a:tr h="305862">
                <a:tc>
                  <a:txBody>
                    <a:bodyPr/>
                    <a:lstStyle/>
                    <a:p>
                      <a:pPr marL="0" marR="0" fontAlgn="t">
                        <a:lnSpc>
                          <a:spcPts val="1800"/>
                        </a:lnSpc>
                        <a:spcBef>
                          <a:spcPts val="0"/>
                        </a:spcBef>
                        <a:spcAft>
                          <a:spcPts val="0"/>
                        </a:spcAft>
                      </a:pPr>
                      <a:r>
                        <a:rPr lang="zh-CN" sz="2000" dirty="0">
                          <a:solidFill>
                            <a:srgbClr val="F9C9D0"/>
                          </a:solidFill>
                          <a:effectLst/>
                          <a:latin typeface="Consolas" panose="020B0609020204030204" pitchFamily="49" charset="0"/>
                        </a:rPr>
                        <a:t>&lt;</a:t>
                      </a:r>
                      <a:r>
                        <a:rPr lang="x-none" sz="2000" dirty="0">
                          <a:solidFill>
                            <a:srgbClr val="F9C9D0"/>
                          </a:solidFill>
                          <a:effectLst/>
                          <a:latin typeface="Consolas" panose="020B0609020204030204" pitchFamily="49" charset="0"/>
                        </a:rPr>
                        <a:t>tr</a:t>
                      </a:r>
                      <a:r>
                        <a:rPr lang="en-US" sz="2000" dirty="0">
                          <a:solidFill>
                            <a:srgbClr val="F9C9D0"/>
                          </a:solidFill>
                          <a:effectLst/>
                          <a:latin typeface="Consolas" panose="020B0609020204030204" pitchFamily="49" charset="0"/>
                        </a:rPr>
                        <a:t> </a:t>
                      </a:r>
                      <a:r>
                        <a:rPr lang="zh-CN" sz="2000" dirty="0">
                          <a:solidFill>
                            <a:srgbClr val="F9C9D0"/>
                          </a:solidFill>
                          <a:effectLst/>
                          <a:latin typeface="Consolas" panose="020B0609020204030204" pitchFamily="49" charset="0"/>
                        </a:rPr>
                        <a:t>id=</a:t>
                      </a:r>
                      <a:r>
                        <a:rPr lang="x-none" sz="2000" dirty="0">
                          <a:solidFill>
                            <a:srgbClr val="ACDCEC"/>
                          </a:solidFill>
                          <a:effectLst/>
                          <a:latin typeface="Consolas" panose="020B0609020204030204" pitchFamily="49" charset="0"/>
                        </a:rPr>
                        <a:t>"market-data-row"</a:t>
                      </a:r>
                      <a:r>
                        <a:rPr lang="zh-CN" sz="2000" dirty="0">
                          <a:solidFill>
                            <a:srgbClr val="F9C9D0"/>
                          </a:solidFill>
                          <a:effectLst/>
                          <a:latin typeface="Consolas" panose="020B0609020204030204" pitchFamily="49" charset="0"/>
                        </a:rPr>
                        <a:t>&gt;</a:t>
                      </a:r>
                      <a:endParaRPr lang="en-US" sz="2000" dirty="0">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53149292"/>
                  </a:ext>
                </a:extLst>
              </a:tr>
              <a:tr h="305862">
                <a:tc>
                  <a:txBody>
                    <a:bodyPr/>
                    <a:lstStyle/>
                    <a:p>
                      <a:pPr marL="0" marR="0" fontAlgn="t">
                        <a:lnSpc>
                          <a:spcPts val="1800"/>
                        </a:lnSpc>
                        <a:spcBef>
                          <a:spcPts val="0"/>
                        </a:spcBef>
                        <a:spcAft>
                          <a:spcPts val="0"/>
                        </a:spcAft>
                      </a:pPr>
                      <a:r>
                        <a:rPr lang="zh-CN" sz="2000">
                          <a:solidFill>
                            <a:srgbClr val="D6D4BE"/>
                          </a:solidFill>
                          <a:effectLst/>
                          <a:latin typeface="Consolas" panose="020B0609020204030204" pitchFamily="49" charset="0"/>
                        </a:rPr>
                        <a:t>&lt;!-- Data will be populated here by JavaScript --&gt;</a:t>
                      </a: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482366838"/>
                  </a:ext>
                </a:extLst>
              </a:tr>
              <a:tr h="305862">
                <a:tc>
                  <a:txBody>
                    <a:bodyPr/>
                    <a:lstStyle/>
                    <a:p>
                      <a:pPr marL="0" marR="0" fontAlgn="t">
                        <a:lnSpc>
                          <a:spcPts val="1800"/>
                        </a:lnSpc>
                        <a:spcBef>
                          <a:spcPts val="0"/>
                        </a:spcBef>
                        <a:spcAft>
                          <a:spcPts val="0"/>
                        </a:spcAft>
                      </a:pPr>
                      <a:r>
                        <a:rPr lang="zh-CN" sz="2000">
                          <a:solidFill>
                            <a:srgbClr val="F9C9D0"/>
                          </a:solidFill>
                          <a:effectLst/>
                          <a:latin typeface="Consolas" panose="020B0609020204030204" pitchFamily="49" charset="0"/>
                        </a:rPr>
                        <a:t>&lt;/</a:t>
                      </a:r>
                      <a:r>
                        <a:rPr lang="x-none" sz="2000">
                          <a:solidFill>
                            <a:srgbClr val="F9C9D0"/>
                          </a:solidFill>
                          <a:effectLst/>
                          <a:latin typeface="Consolas" panose="020B0609020204030204" pitchFamily="49" charset="0"/>
                        </a:rPr>
                        <a:t>tr</a:t>
                      </a:r>
                      <a:r>
                        <a:rPr lang="zh-CN" sz="2000">
                          <a:solidFill>
                            <a:srgbClr val="F9C9D0"/>
                          </a:solidFill>
                          <a:effectLst/>
                          <a:latin typeface="Consolas" panose="020B0609020204030204" pitchFamily="49" charset="0"/>
                        </a:rPr>
                        <a:t>&gt;</a:t>
                      </a:r>
                      <a:endParaRPr lang="en-US" sz="2000">
                        <a:solidFill>
                          <a:srgbClr val="F9C9D0"/>
                        </a:solidFill>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2243062803"/>
                  </a:ext>
                </a:extLst>
              </a:tr>
              <a:tr h="305862">
                <a:tc>
                  <a:txBody>
                    <a:bodyPr/>
                    <a:lstStyle/>
                    <a:p>
                      <a:pPr marL="0" marR="0" fontAlgn="t">
                        <a:lnSpc>
                          <a:spcPts val="1800"/>
                        </a:lnSpc>
                        <a:spcBef>
                          <a:spcPts val="0"/>
                        </a:spcBef>
                        <a:spcAft>
                          <a:spcPts val="0"/>
                        </a:spcAft>
                      </a:pPr>
                      <a:r>
                        <a:rPr lang="zh-CN" sz="2000" dirty="0">
                          <a:solidFill>
                            <a:srgbClr val="F9C9D0"/>
                          </a:solidFill>
                          <a:effectLst/>
                          <a:latin typeface="Consolas" panose="020B0609020204030204" pitchFamily="49" charset="0"/>
                        </a:rPr>
                        <a:t>&lt;/</a:t>
                      </a:r>
                      <a:r>
                        <a:rPr lang="x-none" sz="2000" dirty="0">
                          <a:solidFill>
                            <a:srgbClr val="F9C9D0"/>
                          </a:solidFill>
                          <a:effectLst/>
                          <a:latin typeface="Consolas" panose="020B0609020204030204" pitchFamily="49" charset="0"/>
                        </a:rPr>
                        <a:t>table</a:t>
                      </a:r>
                      <a:r>
                        <a:rPr lang="zh-CN" sz="2000" dirty="0">
                          <a:solidFill>
                            <a:srgbClr val="F9C9D0"/>
                          </a:solidFill>
                          <a:effectLst/>
                          <a:latin typeface="Consolas" panose="020B0609020204030204" pitchFamily="49" charset="0"/>
                        </a:rPr>
                        <a:t>&gt;</a:t>
                      </a:r>
                      <a:endParaRPr lang="en-US" sz="2000" dirty="0">
                        <a:solidFill>
                          <a:srgbClr val="F9C9D0"/>
                        </a:solidFill>
                        <a:effectLst/>
                        <a:latin typeface="Consolas" panose="020B0609020204030204" pitchFamily="49" charset="0"/>
                      </a:endParaRPr>
                    </a:p>
                  </a:txBody>
                  <a:tcPr marL="29106" marR="29106" marT="29106" marB="29106">
                    <a:lnL>
                      <a:noFill/>
                    </a:lnL>
                    <a:lnR>
                      <a:noFill/>
                    </a:lnR>
                    <a:lnT>
                      <a:noFill/>
                    </a:lnT>
                    <a:lnB>
                      <a:noFill/>
                    </a:lnB>
                    <a:solidFill>
                      <a:srgbClr val="14131B"/>
                    </a:solidFill>
                  </a:tcPr>
                </a:tc>
                <a:extLst>
                  <a:ext uri="{0D108BD9-81ED-4DB2-BD59-A6C34878D82A}">
                    <a16:rowId xmlns:a16="http://schemas.microsoft.com/office/drawing/2014/main" val="113936441"/>
                  </a:ext>
                </a:extLst>
              </a:tr>
            </a:tbl>
          </a:graphicData>
        </a:graphic>
      </p:graphicFrame>
    </p:spTree>
    <p:extLst>
      <p:ext uri="{BB962C8B-B14F-4D97-AF65-F5344CB8AC3E}">
        <p14:creationId xmlns:p14="http://schemas.microsoft.com/office/powerpoint/2010/main" val="482912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CE01AA7-C5F0-4B8B-B7F8-6A6D754D6484}"/>
              </a:ext>
            </a:extLst>
          </p:cNvPr>
          <p:cNvGraphicFramePr>
            <a:graphicFrameLocks noGrp="1"/>
          </p:cNvGraphicFramePr>
          <p:nvPr>
            <p:extLst>
              <p:ext uri="{D42A27DB-BD31-4B8C-83A1-F6EECF244321}">
                <p14:modId xmlns:p14="http://schemas.microsoft.com/office/powerpoint/2010/main" val="625444346"/>
              </p:ext>
            </p:extLst>
          </p:nvPr>
        </p:nvGraphicFramePr>
        <p:xfrm>
          <a:off x="0" y="0"/>
          <a:ext cx="12192000" cy="8489518"/>
        </p:xfrm>
        <a:graphic>
          <a:graphicData uri="http://schemas.openxmlformats.org/drawingml/2006/table">
            <a:tbl>
              <a:tblPr/>
              <a:tblGrid>
                <a:gridCol w="12192000">
                  <a:extLst>
                    <a:ext uri="{9D8B030D-6E8A-4147-A177-3AD203B41FA5}">
                      <a16:colId xmlns:a16="http://schemas.microsoft.com/office/drawing/2014/main" val="495720005"/>
                    </a:ext>
                  </a:extLst>
                </a:gridCol>
              </a:tblGrid>
              <a:tr h="253682">
                <a:tc>
                  <a:txBody>
                    <a:bodyPr/>
                    <a:lstStyle/>
                    <a:p>
                      <a:pPr marL="0" marR="0" fontAlgn="t">
                        <a:lnSpc>
                          <a:spcPts val="1800"/>
                        </a:lnSpc>
                        <a:spcBef>
                          <a:spcPts val="0"/>
                        </a:spcBef>
                        <a:spcAft>
                          <a:spcPts val="0"/>
                        </a:spcAft>
                      </a:pPr>
                      <a:r>
                        <a:rPr lang="zh-CN" sz="2000" dirty="0">
                          <a:solidFill>
                            <a:srgbClr val="F9C9D0"/>
                          </a:solidFill>
                          <a:effectLst/>
                          <a:latin typeface="Consolas" panose="020B0609020204030204" pitchFamily="49" charset="0"/>
                        </a:rPr>
                        <a:t>&lt;</a:t>
                      </a:r>
                      <a:r>
                        <a:rPr lang="x-none" sz="2000" dirty="0">
                          <a:solidFill>
                            <a:srgbClr val="F9C9D0"/>
                          </a:solidFill>
                          <a:effectLst/>
                          <a:latin typeface="Consolas" panose="020B0609020204030204" pitchFamily="49" charset="0"/>
                        </a:rPr>
                        <a:t>script</a:t>
                      </a:r>
                      <a:r>
                        <a:rPr lang="zh-CN" sz="2000" dirty="0">
                          <a:solidFill>
                            <a:srgbClr val="F9C9D0"/>
                          </a:solidFill>
                          <a:effectLst/>
                          <a:latin typeface="Consolas" panose="020B0609020204030204" pitchFamily="49" charset="0"/>
                        </a:rPr>
                        <a:t>&gt;</a:t>
                      </a:r>
                      <a:r>
                        <a:rPr lang="zh-CN" sz="2000" dirty="0">
                          <a:solidFill>
                            <a:srgbClr val="D1D4DB"/>
                          </a:solidFill>
                          <a:effectLst/>
                          <a:latin typeface="Consolas" panose="020B0609020204030204" pitchFamily="49" charset="0"/>
                        </a:rPr>
                        <a:t>  </a:t>
                      </a:r>
                      <a:endParaRPr lang="en-US" sz="2000" dirty="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019819310"/>
                  </a:ext>
                </a:extLst>
              </a:tr>
              <a:tr h="253682">
                <a:tc>
                  <a:txBody>
                    <a:bodyPr/>
                    <a:lstStyle/>
                    <a:p>
                      <a:pPr marL="0" marR="0" fontAlgn="t">
                        <a:lnSpc>
                          <a:spcPts val="1800"/>
                        </a:lnSpc>
                        <a:spcBef>
                          <a:spcPts val="0"/>
                        </a:spcBef>
                        <a:spcAft>
                          <a:spcPts val="0"/>
                        </a:spcAft>
                      </a:pPr>
                      <a:r>
                        <a:rPr lang="zh-CN" sz="2000">
                          <a:solidFill>
                            <a:srgbClr val="D6D4BE"/>
                          </a:solidFill>
                          <a:effectLst/>
                          <a:latin typeface="Consolas" panose="020B0609020204030204" pitchFamily="49" charset="0"/>
                        </a:rPr>
                        <a:t>// Simulated AJAX request to fetch data from backend  </a:t>
                      </a: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350697453"/>
                  </a:ext>
                </a:extLst>
              </a:tr>
              <a:tr h="253682">
                <a:tc>
                  <a:txBody>
                    <a:bodyPr/>
                    <a:lstStyle/>
                    <a:p>
                      <a:pPr marL="0" marR="0" fontAlgn="t">
                        <a:lnSpc>
                          <a:spcPts val="1800"/>
                        </a:lnSpc>
                        <a:spcBef>
                          <a:spcPts val="0"/>
                        </a:spcBef>
                        <a:spcAft>
                          <a:spcPts val="0"/>
                        </a:spcAft>
                      </a:pPr>
                      <a:r>
                        <a:rPr lang="zh-CN" sz="2000">
                          <a:solidFill>
                            <a:srgbClr val="D6D4BE"/>
                          </a:solidFill>
                          <a:effectLst/>
                          <a:latin typeface="Consolas" panose="020B0609020204030204" pitchFamily="49" charset="0"/>
                        </a:rPr>
                        <a:t>// In a real-world scenario, this would be replaced with an actual AJAX call  </a:t>
                      </a: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77042531"/>
                  </a:ext>
                </a:extLst>
              </a:tr>
              <a:tr h="253682">
                <a:tc>
                  <a:txBody>
                    <a:bodyPr/>
                    <a:lstStyle/>
                    <a:p>
                      <a:pPr marL="0" marR="0" fontAlgn="t">
                        <a:lnSpc>
                          <a:spcPts val="1800"/>
                        </a:lnSpc>
                        <a:spcBef>
                          <a:spcPts val="0"/>
                        </a:spcBef>
                        <a:spcAft>
                          <a:spcPts val="0"/>
                        </a:spcAft>
                      </a:pPr>
                      <a:r>
                        <a:rPr lang="zh-CN" sz="2000">
                          <a:solidFill>
                            <a:srgbClr val="E8D05E"/>
                          </a:solidFill>
                          <a:effectLst/>
                          <a:latin typeface="Consolas" panose="020B0609020204030204" pitchFamily="49" charset="0"/>
                        </a:rPr>
                        <a:t>setTimeout</a:t>
                      </a:r>
                      <a:r>
                        <a:rPr lang="zh-CN" sz="2000">
                          <a:solidFill>
                            <a:srgbClr val="D1D4DB"/>
                          </a:solidFill>
                          <a:effectLst/>
                          <a:latin typeface="Consolas" panose="020B0609020204030204" pitchFamily="49" charset="0"/>
                        </a:rPr>
                        <a:t>(</a:t>
                      </a:r>
                      <a:r>
                        <a:rPr lang="x-none" sz="2000">
                          <a:solidFill>
                            <a:srgbClr val="E8CEE3"/>
                          </a:solidFill>
                          <a:effectLst/>
                          <a:latin typeface="Consolas" panose="020B0609020204030204" pitchFamily="49" charset="0"/>
                        </a:rPr>
                        <a:t>function</a:t>
                      </a:r>
                      <a:r>
                        <a:rPr lang="zh-CN" sz="2000">
                          <a:solidFill>
                            <a:srgbClr val="D1D4DB"/>
                          </a:solidFill>
                          <a:effectLst/>
                          <a:latin typeface="Consolas" panose="020B0609020204030204" pitchFamily="49" charset="0"/>
                        </a:rPr>
                        <a:t>() {  </a:t>
                      </a:r>
                      <a:endParaRPr lang="en-US" sz="200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86861951"/>
                  </a:ext>
                </a:extLst>
              </a:tr>
              <a:tr h="253682">
                <a:tc>
                  <a:txBody>
                    <a:bodyPr/>
                    <a:lstStyle/>
                    <a:p>
                      <a:pPr marL="0" marR="0" fontAlgn="t">
                        <a:lnSpc>
                          <a:spcPts val="1800"/>
                        </a:lnSpc>
                        <a:spcBef>
                          <a:spcPts val="0"/>
                        </a:spcBef>
                        <a:spcAft>
                          <a:spcPts val="0"/>
                        </a:spcAft>
                      </a:pPr>
                      <a:r>
                        <a:rPr lang="zh-CN" sz="2000">
                          <a:solidFill>
                            <a:srgbClr val="D6D4BE"/>
                          </a:solidFill>
                          <a:effectLst/>
                          <a:latin typeface="Consolas" panose="020B0609020204030204" pitchFamily="49" charset="0"/>
                        </a:rPr>
                        <a:t>// Simulated data received from backend  </a:t>
                      </a: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4050657250"/>
                  </a:ext>
                </a:extLst>
              </a:tr>
              <a:tr h="253682">
                <a:tc>
                  <a:txBody>
                    <a:bodyPr/>
                    <a:lstStyle/>
                    <a:p>
                      <a:pPr marL="0" marR="0" fontAlgn="t">
                        <a:lnSpc>
                          <a:spcPts val="1800"/>
                        </a:lnSpc>
                        <a:spcBef>
                          <a:spcPts val="0"/>
                        </a:spcBef>
                        <a:spcAft>
                          <a:spcPts val="0"/>
                        </a:spcAft>
                      </a:pPr>
                      <a:r>
                        <a:rPr lang="en-US" altLang="zh-CN" sz="2000" dirty="0">
                          <a:solidFill>
                            <a:srgbClr val="E8CEE3"/>
                          </a:solidFill>
                          <a:effectLst/>
                          <a:latin typeface="Consolas" panose="020B0609020204030204" pitchFamily="49" charset="0"/>
                        </a:rPr>
                        <a:t>v</a:t>
                      </a:r>
                      <a:r>
                        <a:rPr lang="zh-CN" sz="2000" dirty="0">
                          <a:solidFill>
                            <a:srgbClr val="E8CEE3"/>
                          </a:solidFill>
                          <a:effectLst/>
                          <a:latin typeface="Consolas" panose="020B0609020204030204" pitchFamily="49" charset="0"/>
                        </a:rPr>
                        <a:t>ar</a:t>
                      </a:r>
                      <a:r>
                        <a:rPr lang="en-US" altLang="zh-CN" sz="2000" dirty="0">
                          <a:solidFill>
                            <a:srgbClr val="E8CEE3"/>
                          </a:solidFill>
                          <a:effectLst/>
                          <a:latin typeface="Consolas" panose="020B0609020204030204" pitchFamily="49" charset="0"/>
                        </a:rPr>
                        <a:t> </a:t>
                      </a:r>
                      <a:r>
                        <a:rPr lang="zh-CN" sz="2000" dirty="0">
                          <a:solidFill>
                            <a:srgbClr val="D1D4DB"/>
                          </a:solidFill>
                          <a:effectLst/>
                          <a:latin typeface="Consolas" panose="020B0609020204030204" pitchFamily="49" charset="0"/>
                        </a:rPr>
                        <a:t>data = {  </a:t>
                      </a:r>
                      <a:endParaRPr lang="zh-CN" sz="2000" dirty="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4025986861"/>
                  </a:ext>
                </a:extLst>
              </a:tr>
              <a:tr h="253682">
                <a:tc>
                  <a:txBody>
                    <a:bodyPr/>
                    <a:lstStyle/>
                    <a:p>
                      <a:pPr marL="0" marR="0" fontAlgn="t">
                        <a:lnSpc>
                          <a:spcPts val="1800"/>
                        </a:lnSpc>
                        <a:spcBef>
                          <a:spcPts val="0"/>
                        </a:spcBef>
                        <a:spcAft>
                          <a:spcPts val="0"/>
                        </a:spcAft>
                      </a:pPr>
                      <a:r>
                        <a:rPr lang="zh-CN" sz="2000" dirty="0">
                          <a:solidFill>
                            <a:srgbClr val="D1D4DB"/>
                          </a:solidFill>
                          <a:effectLst/>
                          <a:latin typeface="Consolas" panose="020B0609020204030204" pitchFamily="49" charset="0"/>
                        </a:rPr>
                        <a:t>symbol: </a:t>
                      </a:r>
                      <a:r>
                        <a:rPr lang="x-none" sz="2000" dirty="0">
                          <a:solidFill>
                            <a:srgbClr val="ACDCEC"/>
                          </a:solidFill>
                          <a:effectLst/>
                          <a:latin typeface="Consolas" panose="020B0609020204030204" pitchFamily="49" charset="0"/>
                        </a:rPr>
                        <a:t>'</a:t>
                      </a:r>
                      <a:r>
                        <a:rPr lang="en-US" altLang="zh-CN" sz="2000" dirty="0">
                          <a:solidFill>
                            <a:srgbClr val="ACDCEC"/>
                          </a:solidFill>
                          <a:effectLst/>
                          <a:latin typeface="Consolas" panose="020B0609020204030204" pitchFamily="49" charset="0"/>
                        </a:rPr>
                        <a:t>EYCU</a:t>
                      </a:r>
                      <a:r>
                        <a:rPr lang="x-none" sz="2000" dirty="0">
                          <a:solidFill>
                            <a:srgbClr val="ACDCEC"/>
                          </a:solidFill>
                          <a:effectLst/>
                          <a:latin typeface="Consolas" panose="020B0609020204030204" pitchFamily="49" charset="0"/>
                        </a:rPr>
                        <a:t>'</a:t>
                      </a:r>
                      <a:r>
                        <a:rPr lang="zh-CN" sz="2000" dirty="0">
                          <a:solidFill>
                            <a:srgbClr val="D1D4DB"/>
                          </a:solidFill>
                          <a:effectLst/>
                          <a:latin typeface="Consolas" panose="020B0609020204030204" pitchFamily="49" charset="0"/>
                        </a:rPr>
                        <a:t>,  </a:t>
                      </a:r>
                      <a:endParaRPr lang="en-US" sz="2000" dirty="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951384486"/>
                  </a:ext>
                </a:extLst>
              </a:tr>
              <a:tr h="253682">
                <a:tc>
                  <a:txBody>
                    <a:bodyPr/>
                    <a:lstStyle/>
                    <a:p>
                      <a:pPr marL="0" marR="0" fontAlgn="t">
                        <a:lnSpc>
                          <a:spcPts val="1800"/>
                        </a:lnSpc>
                        <a:spcBef>
                          <a:spcPts val="0"/>
                        </a:spcBef>
                        <a:spcAft>
                          <a:spcPts val="0"/>
                        </a:spcAft>
                      </a:pPr>
                      <a:r>
                        <a:rPr lang="zh-CN" sz="2000" dirty="0">
                          <a:solidFill>
                            <a:srgbClr val="D1D4DB"/>
                          </a:solidFill>
                          <a:effectLst/>
                          <a:latin typeface="Consolas" panose="020B0609020204030204" pitchFamily="49" charset="0"/>
                        </a:rPr>
                        <a:t>a: </a:t>
                      </a:r>
                      <a:r>
                        <a:rPr lang="x-none" sz="2000" dirty="0">
                          <a:solidFill>
                            <a:srgbClr val="E8D05E"/>
                          </a:solidFill>
                          <a:effectLst/>
                          <a:latin typeface="Consolas" panose="020B0609020204030204" pitchFamily="49" charset="0"/>
                        </a:rPr>
                        <a:t>10000</a:t>
                      </a:r>
                      <a:r>
                        <a:rPr lang="zh-CN" sz="2000" dirty="0">
                          <a:solidFill>
                            <a:srgbClr val="D1D4DB"/>
                          </a:solidFill>
                          <a:effectLst/>
                          <a:latin typeface="Consolas" panose="020B0609020204030204" pitchFamily="49" charset="0"/>
                        </a:rPr>
                        <a:t>,  </a:t>
                      </a:r>
                      <a:endParaRPr lang="en-US" sz="2000" dirty="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875271520"/>
                  </a:ext>
                </a:extLst>
              </a:tr>
              <a:tr h="253682">
                <a:tc>
                  <a:txBody>
                    <a:bodyPr/>
                    <a:lstStyle/>
                    <a:p>
                      <a:pPr marL="0" marR="0" fontAlgn="t">
                        <a:lnSpc>
                          <a:spcPts val="1800"/>
                        </a:lnSpc>
                        <a:spcBef>
                          <a:spcPts val="0"/>
                        </a:spcBef>
                        <a:spcAft>
                          <a:spcPts val="0"/>
                        </a:spcAft>
                      </a:pPr>
                      <a:r>
                        <a:rPr lang="zh-CN" sz="2000" dirty="0">
                          <a:solidFill>
                            <a:srgbClr val="D1D4DB"/>
                          </a:solidFill>
                          <a:effectLst/>
                          <a:latin typeface="Consolas" panose="020B0609020204030204" pitchFamily="49" charset="0"/>
                        </a:rPr>
                        <a:t>aq: </a:t>
                      </a:r>
                      <a:r>
                        <a:rPr lang="x-none" sz="2000" dirty="0">
                          <a:solidFill>
                            <a:srgbClr val="E8D05E"/>
                          </a:solidFill>
                          <a:effectLst/>
                          <a:latin typeface="Consolas" panose="020B0609020204030204" pitchFamily="49" charset="0"/>
                        </a:rPr>
                        <a:t>1.5</a:t>
                      </a:r>
                      <a:r>
                        <a:rPr lang="zh-CN" sz="2000" dirty="0">
                          <a:solidFill>
                            <a:srgbClr val="D1D4DB"/>
                          </a:solidFill>
                          <a:effectLst/>
                          <a:latin typeface="Consolas" panose="020B0609020204030204" pitchFamily="49" charset="0"/>
                        </a:rPr>
                        <a:t>,  </a:t>
                      </a:r>
                      <a:endParaRPr lang="en-US" sz="2000" dirty="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2986423317"/>
                  </a:ext>
                </a:extLst>
              </a:tr>
              <a:tr h="253682">
                <a:tc>
                  <a:txBody>
                    <a:bodyPr/>
                    <a:lstStyle/>
                    <a:p>
                      <a:pPr marL="0" marR="0" fontAlgn="t">
                        <a:lnSpc>
                          <a:spcPts val="1800"/>
                        </a:lnSpc>
                        <a:spcBef>
                          <a:spcPts val="0"/>
                        </a:spcBef>
                        <a:spcAft>
                          <a:spcPts val="0"/>
                        </a:spcAft>
                      </a:pPr>
                      <a:r>
                        <a:rPr lang="zh-CN" sz="2000" dirty="0">
                          <a:solidFill>
                            <a:srgbClr val="D1D4DB"/>
                          </a:solidFill>
                          <a:effectLst/>
                          <a:latin typeface="Consolas" panose="020B0609020204030204" pitchFamily="49" charset="0"/>
                        </a:rPr>
                        <a:t>b: </a:t>
                      </a:r>
                      <a:r>
                        <a:rPr lang="x-none" sz="2000" dirty="0">
                          <a:solidFill>
                            <a:srgbClr val="E8D05E"/>
                          </a:solidFill>
                          <a:effectLst/>
                          <a:latin typeface="Consolas" panose="020B0609020204030204" pitchFamily="49" charset="0"/>
                        </a:rPr>
                        <a:t>9999</a:t>
                      </a:r>
                      <a:r>
                        <a:rPr lang="zh-CN" sz="2000" dirty="0">
                          <a:solidFill>
                            <a:srgbClr val="D1D4DB"/>
                          </a:solidFill>
                          <a:effectLst/>
                          <a:latin typeface="Consolas" panose="020B0609020204030204" pitchFamily="49" charset="0"/>
                        </a:rPr>
                        <a:t>,  </a:t>
                      </a:r>
                      <a:endParaRPr lang="en-US" sz="2000" dirty="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2999335241"/>
                  </a:ext>
                </a:extLst>
              </a:tr>
              <a:tr h="253682">
                <a:tc>
                  <a:txBody>
                    <a:bodyPr/>
                    <a:lstStyle/>
                    <a:p>
                      <a:pPr marL="0" marR="0" fontAlgn="t">
                        <a:lnSpc>
                          <a:spcPts val="1800"/>
                        </a:lnSpc>
                        <a:spcBef>
                          <a:spcPts val="0"/>
                        </a:spcBef>
                        <a:spcAft>
                          <a:spcPts val="0"/>
                        </a:spcAft>
                      </a:pPr>
                      <a:r>
                        <a:rPr lang="zh-CN" sz="2000" dirty="0">
                          <a:solidFill>
                            <a:srgbClr val="D1D4DB"/>
                          </a:solidFill>
                          <a:effectLst/>
                          <a:latin typeface="Consolas" panose="020B0609020204030204" pitchFamily="49" charset="0"/>
                        </a:rPr>
                        <a:t>bq: </a:t>
                      </a:r>
                      <a:r>
                        <a:rPr lang="x-none" sz="2000" dirty="0">
                          <a:solidFill>
                            <a:srgbClr val="E8D05E"/>
                          </a:solidFill>
                          <a:effectLst/>
                          <a:latin typeface="Consolas" panose="020B0609020204030204" pitchFamily="49" charset="0"/>
                        </a:rPr>
                        <a:t>2.0</a:t>
                      </a:r>
                      <a:r>
                        <a:rPr lang="zh-CN" sz="2000" dirty="0">
                          <a:solidFill>
                            <a:srgbClr val="D1D4DB"/>
                          </a:solidFill>
                          <a:effectLst/>
                          <a:latin typeface="Consolas" panose="020B0609020204030204" pitchFamily="49" charset="0"/>
                        </a:rPr>
                        <a:t>,  </a:t>
                      </a:r>
                      <a:endParaRPr lang="en-US" sz="2000" dirty="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591703344"/>
                  </a:ext>
                </a:extLst>
              </a:tr>
              <a:tr h="253682">
                <a:tc>
                  <a:txBody>
                    <a:bodyPr/>
                    <a:lstStyle/>
                    <a:p>
                      <a:pPr marL="0" marR="0" fontAlgn="t">
                        <a:lnSpc>
                          <a:spcPts val="1800"/>
                        </a:lnSpc>
                        <a:spcBef>
                          <a:spcPts val="0"/>
                        </a:spcBef>
                        <a:spcAft>
                          <a:spcPts val="0"/>
                        </a:spcAft>
                      </a:pPr>
                      <a:r>
                        <a:rPr lang="zh-CN" sz="2000" dirty="0">
                          <a:solidFill>
                            <a:srgbClr val="D1D4DB"/>
                          </a:solidFill>
                          <a:effectLst/>
                          <a:latin typeface="Consolas" panose="020B0609020204030204" pitchFamily="49" charset="0"/>
                        </a:rPr>
                        <a:t>base: </a:t>
                      </a:r>
                      <a:r>
                        <a:rPr lang="x-none" sz="2000" dirty="0">
                          <a:solidFill>
                            <a:srgbClr val="ACDCEC"/>
                          </a:solidFill>
                          <a:effectLst/>
                          <a:latin typeface="Consolas" panose="020B0609020204030204" pitchFamily="49" charset="0"/>
                        </a:rPr>
                        <a:t>'</a:t>
                      </a:r>
                      <a:r>
                        <a:rPr lang="en-US" altLang="zh-CN" sz="2000" dirty="0">
                          <a:solidFill>
                            <a:srgbClr val="ACDCEC"/>
                          </a:solidFill>
                          <a:effectLst/>
                          <a:latin typeface="Consolas" panose="020B0609020204030204" pitchFamily="49" charset="0"/>
                        </a:rPr>
                        <a:t>EY</a:t>
                      </a:r>
                      <a:r>
                        <a:rPr lang="x-none" sz="2000" dirty="0">
                          <a:solidFill>
                            <a:srgbClr val="ACDCEC"/>
                          </a:solidFill>
                          <a:effectLst/>
                          <a:latin typeface="Consolas" panose="020B0609020204030204" pitchFamily="49" charset="0"/>
                        </a:rPr>
                        <a:t>'</a:t>
                      </a:r>
                      <a:r>
                        <a:rPr lang="zh-CN" sz="2000" dirty="0">
                          <a:solidFill>
                            <a:srgbClr val="D1D4DB"/>
                          </a:solidFill>
                          <a:effectLst/>
                          <a:latin typeface="Consolas" panose="020B0609020204030204" pitchFamily="49" charset="0"/>
                        </a:rPr>
                        <a:t>,  </a:t>
                      </a:r>
                      <a:endParaRPr lang="en-US" sz="2000" dirty="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1725168188"/>
                  </a:ext>
                </a:extLst>
              </a:tr>
              <a:tr h="253682">
                <a:tc>
                  <a:txBody>
                    <a:bodyPr/>
                    <a:lstStyle/>
                    <a:p>
                      <a:pPr marL="0" marR="0" fontAlgn="t">
                        <a:lnSpc>
                          <a:spcPts val="1800"/>
                        </a:lnSpc>
                        <a:spcBef>
                          <a:spcPts val="0"/>
                        </a:spcBef>
                        <a:spcAft>
                          <a:spcPts val="0"/>
                        </a:spcAft>
                      </a:pPr>
                      <a:r>
                        <a:rPr lang="zh-CN" sz="2000" dirty="0">
                          <a:solidFill>
                            <a:srgbClr val="D1D4DB"/>
                          </a:solidFill>
                          <a:effectLst/>
                          <a:latin typeface="Consolas" panose="020B0609020204030204" pitchFamily="49" charset="0"/>
                        </a:rPr>
                        <a:t>quote_: </a:t>
                      </a:r>
                      <a:r>
                        <a:rPr lang="x-none" sz="2000" dirty="0">
                          <a:solidFill>
                            <a:srgbClr val="ACDCEC"/>
                          </a:solidFill>
                          <a:effectLst/>
                          <a:latin typeface="Consolas" panose="020B0609020204030204" pitchFamily="49" charset="0"/>
                        </a:rPr>
                        <a:t>'</a:t>
                      </a:r>
                      <a:r>
                        <a:rPr lang="en-US" altLang="zh-CN" sz="2000" dirty="0">
                          <a:solidFill>
                            <a:srgbClr val="ACDCEC"/>
                          </a:solidFill>
                          <a:effectLst/>
                          <a:latin typeface="Consolas" panose="020B0609020204030204" pitchFamily="49" charset="0"/>
                        </a:rPr>
                        <a:t>CU</a:t>
                      </a:r>
                      <a:r>
                        <a:rPr lang="x-none" sz="2000" dirty="0">
                          <a:solidFill>
                            <a:srgbClr val="ACDCEC"/>
                          </a:solidFill>
                          <a:effectLst/>
                          <a:latin typeface="Consolas" panose="020B0609020204030204" pitchFamily="49" charset="0"/>
                        </a:rPr>
                        <a:t>'</a:t>
                      </a:r>
                      <a:endParaRPr lang="en-US" sz="2000" dirty="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1500330042"/>
                  </a:ext>
                </a:extLst>
              </a:tr>
              <a:tr h="253682">
                <a:tc>
                  <a:txBody>
                    <a:bodyPr/>
                    <a:lstStyle/>
                    <a:p>
                      <a:pPr marL="0" marR="0" fontAlgn="t">
                        <a:lnSpc>
                          <a:spcPts val="1800"/>
                        </a:lnSpc>
                        <a:spcBef>
                          <a:spcPts val="0"/>
                        </a:spcBef>
                        <a:spcAft>
                          <a:spcPts val="0"/>
                        </a:spcAft>
                      </a:pPr>
                      <a:r>
                        <a:rPr lang="zh-CN" sz="2000" dirty="0">
                          <a:solidFill>
                            <a:srgbClr val="D1D4DB"/>
                          </a:solidFill>
                          <a:effectLst/>
                          <a:latin typeface="Consolas" panose="020B0609020204030204" pitchFamily="49" charset="0"/>
                        </a:rPr>
                        <a:t>};  </a:t>
                      </a: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2068708242"/>
                  </a:ext>
                </a:extLst>
              </a:tr>
              <a:tr h="253682">
                <a:tc>
                  <a:txBody>
                    <a:bodyPr/>
                    <a:lstStyle/>
                    <a:p>
                      <a:pPr marL="0" marR="0" fontAlgn="t">
                        <a:lnSpc>
                          <a:spcPts val="1800"/>
                        </a:lnSpc>
                        <a:spcBef>
                          <a:spcPts val="0"/>
                        </a:spcBef>
                        <a:spcAft>
                          <a:spcPts val="0"/>
                        </a:spcAft>
                      </a:pPr>
                      <a:r>
                        <a:rPr lang="zh-CN" sz="2000">
                          <a:solidFill>
                            <a:srgbClr val="D6D4BE"/>
                          </a:solidFill>
                          <a:effectLst/>
                          <a:latin typeface="Consolas" panose="020B0609020204030204" pitchFamily="49" charset="0"/>
                        </a:rPr>
                        <a:t>// Populate the table with the received data  </a:t>
                      </a: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212290026"/>
                  </a:ext>
                </a:extLst>
              </a:tr>
              <a:tr h="253682">
                <a:tc>
                  <a:txBody>
                    <a:bodyPr/>
                    <a:lstStyle/>
                    <a:p>
                      <a:pPr marL="0" marR="0" fontAlgn="t">
                        <a:lnSpc>
                          <a:spcPts val="1800"/>
                        </a:lnSpc>
                        <a:spcBef>
                          <a:spcPts val="0"/>
                        </a:spcBef>
                        <a:spcAft>
                          <a:spcPts val="0"/>
                        </a:spcAft>
                      </a:pPr>
                      <a:r>
                        <a:rPr lang="en-US" altLang="zh-CN" sz="2000" dirty="0">
                          <a:solidFill>
                            <a:srgbClr val="E8CEE3"/>
                          </a:solidFill>
                          <a:effectLst/>
                          <a:latin typeface="Consolas" panose="020B0609020204030204" pitchFamily="49" charset="0"/>
                        </a:rPr>
                        <a:t>v</a:t>
                      </a:r>
                      <a:r>
                        <a:rPr lang="zh-CN" sz="2000" dirty="0">
                          <a:solidFill>
                            <a:srgbClr val="E8CEE3"/>
                          </a:solidFill>
                          <a:effectLst/>
                          <a:latin typeface="Consolas" panose="020B0609020204030204" pitchFamily="49" charset="0"/>
                        </a:rPr>
                        <a:t>ar</a:t>
                      </a:r>
                      <a:r>
                        <a:rPr lang="en-US" altLang="zh-CN" sz="2000" dirty="0">
                          <a:solidFill>
                            <a:srgbClr val="E8CEE3"/>
                          </a:solidFill>
                          <a:effectLst/>
                          <a:latin typeface="Consolas" panose="020B0609020204030204" pitchFamily="49" charset="0"/>
                        </a:rPr>
                        <a:t> </a:t>
                      </a:r>
                      <a:r>
                        <a:rPr lang="zh-CN" sz="2000" dirty="0">
                          <a:solidFill>
                            <a:srgbClr val="D1D4DB"/>
                          </a:solidFill>
                          <a:effectLst/>
                          <a:latin typeface="Consolas" panose="020B0609020204030204" pitchFamily="49" charset="0"/>
                        </a:rPr>
                        <a:t>row = </a:t>
                      </a:r>
                      <a:r>
                        <a:rPr lang="x-none" sz="2000" dirty="0">
                          <a:solidFill>
                            <a:srgbClr val="F9C9D0"/>
                          </a:solidFill>
                          <a:effectLst/>
                          <a:latin typeface="Consolas" panose="020B0609020204030204" pitchFamily="49" charset="0"/>
                        </a:rPr>
                        <a:t>document</a:t>
                      </a:r>
                      <a:r>
                        <a:rPr lang="zh-CN" sz="2000" dirty="0">
                          <a:solidFill>
                            <a:srgbClr val="D1D4DB"/>
                          </a:solidFill>
                          <a:effectLst/>
                          <a:latin typeface="Consolas" panose="020B0609020204030204" pitchFamily="49" charset="0"/>
                        </a:rPr>
                        <a:t>.</a:t>
                      </a:r>
                      <a:r>
                        <a:rPr lang="x-none" sz="2000" dirty="0">
                          <a:solidFill>
                            <a:srgbClr val="B8DBAD"/>
                          </a:solidFill>
                          <a:effectLst/>
                          <a:latin typeface="Consolas" panose="020B0609020204030204" pitchFamily="49" charset="0"/>
                        </a:rPr>
                        <a:t>getElementById</a:t>
                      </a:r>
                      <a:r>
                        <a:rPr lang="zh-CN" sz="2000" dirty="0">
                          <a:solidFill>
                            <a:srgbClr val="D1D4DB"/>
                          </a:solidFill>
                          <a:effectLst/>
                          <a:latin typeface="Consolas" panose="020B0609020204030204" pitchFamily="49" charset="0"/>
                        </a:rPr>
                        <a:t>(</a:t>
                      </a:r>
                      <a:r>
                        <a:rPr lang="x-none" sz="2000" dirty="0">
                          <a:solidFill>
                            <a:srgbClr val="ACDCEC"/>
                          </a:solidFill>
                          <a:effectLst/>
                          <a:latin typeface="Consolas" panose="020B0609020204030204" pitchFamily="49" charset="0"/>
                        </a:rPr>
                        <a:t>'market-data-row'</a:t>
                      </a:r>
                      <a:r>
                        <a:rPr lang="zh-CN" sz="2000" dirty="0">
                          <a:solidFill>
                            <a:srgbClr val="D1D4DB"/>
                          </a:solidFill>
                          <a:effectLst/>
                          <a:latin typeface="Consolas" panose="020B0609020204030204" pitchFamily="49" charset="0"/>
                        </a:rPr>
                        <a:t>);  </a:t>
                      </a:r>
                      <a:endParaRPr lang="en-US" sz="2000" dirty="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1884707689"/>
                  </a:ext>
                </a:extLst>
              </a:tr>
              <a:tr h="253682">
                <a:tc>
                  <a:txBody>
                    <a:bodyPr/>
                    <a:lstStyle/>
                    <a:p>
                      <a:pPr marL="0" marR="0" fontAlgn="t">
                        <a:lnSpc>
                          <a:spcPts val="1800"/>
                        </a:lnSpc>
                        <a:spcBef>
                          <a:spcPts val="0"/>
                        </a:spcBef>
                        <a:spcAft>
                          <a:spcPts val="0"/>
                        </a:spcAft>
                      </a:pPr>
                      <a:r>
                        <a:rPr lang="zh-CN" sz="2000">
                          <a:solidFill>
                            <a:srgbClr val="D1D4DB"/>
                          </a:solidFill>
                          <a:effectLst/>
                          <a:latin typeface="Consolas" panose="020B0609020204030204" pitchFamily="49" charset="0"/>
                        </a:rPr>
                        <a:t>row.</a:t>
                      </a:r>
                      <a:r>
                        <a:rPr lang="x-none" sz="2000">
                          <a:solidFill>
                            <a:srgbClr val="D1D4DB"/>
                          </a:solidFill>
                          <a:effectLst/>
                          <a:latin typeface="Consolas" panose="020B0609020204030204" pitchFamily="49" charset="0"/>
                        </a:rPr>
                        <a:t>innerHTML</a:t>
                      </a:r>
                      <a:r>
                        <a:rPr lang="zh-CN" sz="2000">
                          <a:solidFill>
                            <a:srgbClr val="D1D4DB"/>
                          </a:solidFill>
                          <a:effectLst/>
                          <a:latin typeface="Consolas" panose="020B0609020204030204" pitchFamily="49" charset="0"/>
                        </a:rPr>
                        <a:t>= </a:t>
                      </a:r>
                      <a:r>
                        <a:rPr lang="x-none" sz="2000">
                          <a:solidFill>
                            <a:srgbClr val="ACDCEC"/>
                          </a:solidFill>
                          <a:effectLst/>
                          <a:latin typeface="Consolas" panose="020B0609020204030204" pitchFamily="49" charset="0"/>
                        </a:rPr>
                        <a:t>`  </a:t>
                      </a:r>
                      <a:endParaRPr lang="en-US" sz="200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1018093536"/>
                  </a:ext>
                </a:extLst>
              </a:tr>
              <a:tr h="253682">
                <a:tc>
                  <a:txBody>
                    <a:bodyPr/>
                    <a:lstStyle/>
                    <a:p>
                      <a:pPr marL="0" marR="0" fontAlgn="t">
                        <a:lnSpc>
                          <a:spcPts val="1800"/>
                        </a:lnSpc>
                        <a:spcBef>
                          <a:spcPts val="0"/>
                        </a:spcBef>
                        <a:spcAft>
                          <a:spcPts val="0"/>
                        </a:spcAft>
                      </a:pPr>
                      <a:r>
                        <a:rPr lang="zh-CN" sz="2000">
                          <a:solidFill>
                            <a:srgbClr val="ACDCEC"/>
                          </a:solidFill>
                          <a:effectLst/>
                          <a:latin typeface="Consolas" panose="020B0609020204030204" pitchFamily="49" charset="0"/>
                        </a:rPr>
                        <a:t>                &lt;td&gt;</a:t>
                      </a:r>
                      <a:r>
                        <a:rPr lang="x-none" sz="2000">
                          <a:solidFill>
                            <a:srgbClr val="ACDCEC"/>
                          </a:solidFill>
                          <a:effectLst/>
                          <a:latin typeface="Consolas" panose="020B0609020204030204" pitchFamily="49" charset="0"/>
                        </a:rPr>
                        <a:t>${data.symbol}</a:t>
                      </a:r>
                      <a:r>
                        <a:rPr lang="zh-CN" sz="2000">
                          <a:solidFill>
                            <a:srgbClr val="ACDCEC"/>
                          </a:solidFill>
                          <a:effectLst/>
                          <a:latin typeface="Consolas" panose="020B0609020204030204" pitchFamily="49" charset="0"/>
                        </a:rPr>
                        <a:t>&lt;/td&gt;  </a:t>
                      </a:r>
                      <a:endParaRPr lang="en-US" sz="2000">
                        <a:solidFill>
                          <a:srgbClr val="ACDCEC"/>
                        </a:solidFill>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522099799"/>
                  </a:ext>
                </a:extLst>
              </a:tr>
              <a:tr h="253682">
                <a:tc>
                  <a:txBody>
                    <a:bodyPr/>
                    <a:lstStyle/>
                    <a:p>
                      <a:pPr marL="0" marR="0" fontAlgn="t">
                        <a:lnSpc>
                          <a:spcPts val="1800"/>
                        </a:lnSpc>
                        <a:spcBef>
                          <a:spcPts val="0"/>
                        </a:spcBef>
                        <a:spcAft>
                          <a:spcPts val="0"/>
                        </a:spcAft>
                      </a:pPr>
                      <a:r>
                        <a:rPr lang="zh-CN" sz="2000">
                          <a:solidFill>
                            <a:srgbClr val="ACDCEC"/>
                          </a:solidFill>
                          <a:effectLst/>
                          <a:latin typeface="Consolas" panose="020B0609020204030204" pitchFamily="49" charset="0"/>
                        </a:rPr>
                        <a:t>                &lt;td&gt;</a:t>
                      </a:r>
                      <a:r>
                        <a:rPr lang="x-none" sz="2000">
                          <a:solidFill>
                            <a:srgbClr val="ACDCEC"/>
                          </a:solidFill>
                          <a:effectLst/>
                          <a:latin typeface="Consolas" panose="020B0609020204030204" pitchFamily="49" charset="0"/>
                        </a:rPr>
                        <a:t>${data.a}</a:t>
                      </a:r>
                      <a:r>
                        <a:rPr lang="zh-CN" sz="2000">
                          <a:solidFill>
                            <a:srgbClr val="ACDCEC"/>
                          </a:solidFill>
                          <a:effectLst/>
                          <a:latin typeface="Consolas" panose="020B0609020204030204" pitchFamily="49" charset="0"/>
                        </a:rPr>
                        <a:t>&lt;/td&gt;  </a:t>
                      </a:r>
                      <a:endParaRPr lang="en-US" sz="2000">
                        <a:solidFill>
                          <a:srgbClr val="ACDCEC"/>
                        </a:solidFill>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828811443"/>
                  </a:ext>
                </a:extLst>
              </a:tr>
              <a:tr h="253682">
                <a:tc>
                  <a:txBody>
                    <a:bodyPr/>
                    <a:lstStyle/>
                    <a:p>
                      <a:pPr marL="0" marR="0" fontAlgn="t">
                        <a:lnSpc>
                          <a:spcPts val="1800"/>
                        </a:lnSpc>
                        <a:spcBef>
                          <a:spcPts val="0"/>
                        </a:spcBef>
                        <a:spcAft>
                          <a:spcPts val="0"/>
                        </a:spcAft>
                      </a:pPr>
                      <a:r>
                        <a:rPr lang="zh-CN" sz="2000">
                          <a:solidFill>
                            <a:srgbClr val="ACDCEC"/>
                          </a:solidFill>
                          <a:effectLst/>
                          <a:latin typeface="Consolas" panose="020B0609020204030204" pitchFamily="49" charset="0"/>
                        </a:rPr>
                        <a:t>                &lt;td&gt;</a:t>
                      </a:r>
                      <a:r>
                        <a:rPr lang="x-none" sz="2000">
                          <a:solidFill>
                            <a:srgbClr val="ACDCEC"/>
                          </a:solidFill>
                          <a:effectLst/>
                          <a:latin typeface="Consolas" panose="020B0609020204030204" pitchFamily="49" charset="0"/>
                        </a:rPr>
                        <a:t>${data.aq}</a:t>
                      </a:r>
                      <a:r>
                        <a:rPr lang="zh-CN" sz="2000">
                          <a:solidFill>
                            <a:srgbClr val="ACDCEC"/>
                          </a:solidFill>
                          <a:effectLst/>
                          <a:latin typeface="Consolas" panose="020B0609020204030204" pitchFamily="49" charset="0"/>
                        </a:rPr>
                        <a:t>&lt;/td&gt;  </a:t>
                      </a:r>
                      <a:endParaRPr lang="en-US" sz="2000">
                        <a:solidFill>
                          <a:srgbClr val="ACDCEC"/>
                        </a:solidFill>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06922894"/>
                  </a:ext>
                </a:extLst>
              </a:tr>
              <a:tr h="253682">
                <a:tc>
                  <a:txBody>
                    <a:bodyPr/>
                    <a:lstStyle/>
                    <a:p>
                      <a:pPr marL="0" marR="0" fontAlgn="t">
                        <a:lnSpc>
                          <a:spcPts val="1800"/>
                        </a:lnSpc>
                        <a:spcBef>
                          <a:spcPts val="0"/>
                        </a:spcBef>
                        <a:spcAft>
                          <a:spcPts val="0"/>
                        </a:spcAft>
                      </a:pPr>
                      <a:r>
                        <a:rPr lang="zh-CN" sz="2000">
                          <a:solidFill>
                            <a:srgbClr val="ACDCEC"/>
                          </a:solidFill>
                          <a:effectLst/>
                          <a:latin typeface="Consolas" panose="020B0609020204030204" pitchFamily="49" charset="0"/>
                        </a:rPr>
                        <a:t>                &lt;td&gt;</a:t>
                      </a:r>
                      <a:r>
                        <a:rPr lang="x-none" sz="2000">
                          <a:solidFill>
                            <a:srgbClr val="ACDCEC"/>
                          </a:solidFill>
                          <a:effectLst/>
                          <a:latin typeface="Consolas" panose="020B0609020204030204" pitchFamily="49" charset="0"/>
                        </a:rPr>
                        <a:t>${data.b}</a:t>
                      </a:r>
                      <a:r>
                        <a:rPr lang="zh-CN" sz="2000">
                          <a:solidFill>
                            <a:srgbClr val="ACDCEC"/>
                          </a:solidFill>
                          <a:effectLst/>
                          <a:latin typeface="Consolas" panose="020B0609020204030204" pitchFamily="49" charset="0"/>
                        </a:rPr>
                        <a:t>&lt;/td&gt;  </a:t>
                      </a:r>
                      <a:endParaRPr lang="en-US" sz="2000">
                        <a:solidFill>
                          <a:srgbClr val="ACDCEC"/>
                        </a:solidFill>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14105307"/>
                  </a:ext>
                </a:extLst>
              </a:tr>
              <a:tr h="253682">
                <a:tc>
                  <a:txBody>
                    <a:bodyPr/>
                    <a:lstStyle/>
                    <a:p>
                      <a:pPr marL="0" marR="0" fontAlgn="t">
                        <a:lnSpc>
                          <a:spcPts val="1800"/>
                        </a:lnSpc>
                        <a:spcBef>
                          <a:spcPts val="0"/>
                        </a:spcBef>
                        <a:spcAft>
                          <a:spcPts val="0"/>
                        </a:spcAft>
                      </a:pPr>
                      <a:r>
                        <a:rPr lang="zh-CN" sz="2000">
                          <a:solidFill>
                            <a:srgbClr val="ACDCEC"/>
                          </a:solidFill>
                          <a:effectLst/>
                          <a:latin typeface="Consolas" panose="020B0609020204030204" pitchFamily="49" charset="0"/>
                        </a:rPr>
                        <a:t>                &lt;td&gt;</a:t>
                      </a:r>
                      <a:r>
                        <a:rPr lang="x-none" sz="2000">
                          <a:solidFill>
                            <a:srgbClr val="ACDCEC"/>
                          </a:solidFill>
                          <a:effectLst/>
                          <a:latin typeface="Consolas" panose="020B0609020204030204" pitchFamily="49" charset="0"/>
                        </a:rPr>
                        <a:t>${data.bq}</a:t>
                      </a:r>
                      <a:r>
                        <a:rPr lang="zh-CN" sz="2000">
                          <a:solidFill>
                            <a:srgbClr val="ACDCEC"/>
                          </a:solidFill>
                          <a:effectLst/>
                          <a:latin typeface="Consolas" panose="020B0609020204030204" pitchFamily="49" charset="0"/>
                        </a:rPr>
                        <a:t>&lt;/td&gt;  </a:t>
                      </a:r>
                      <a:endParaRPr lang="en-US" sz="2000">
                        <a:solidFill>
                          <a:srgbClr val="ACDCEC"/>
                        </a:solidFill>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2746543994"/>
                  </a:ext>
                </a:extLst>
              </a:tr>
              <a:tr h="253682">
                <a:tc>
                  <a:txBody>
                    <a:bodyPr/>
                    <a:lstStyle/>
                    <a:p>
                      <a:pPr marL="0" marR="0" fontAlgn="t">
                        <a:lnSpc>
                          <a:spcPts val="1800"/>
                        </a:lnSpc>
                        <a:spcBef>
                          <a:spcPts val="0"/>
                        </a:spcBef>
                        <a:spcAft>
                          <a:spcPts val="0"/>
                        </a:spcAft>
                      </a:pPr>
                      <a:r>
                        <a:rPr lang="zh-CN" sz="2000">
                          <a:solidFill>
                            <a:srgbClr val="ACDCEC"/>
                          </a:solidFill>
                          <a:effectLst/>
                          <a:latin typeface="Consolas" panose="020B0609020204030204" pitchFamily="49" charset="0"/>
                        </a:rPr>
                        <a:t>                &lt;td&gt;</a:t>
                      </a:r>
                      <a:r>
                        <a:rPr lang="x-none" sz="2000">
                          <a:solidFill>
                            <a:srgbClr val="ACDCEC"/>
                          </a:solidFill>
                          <a:effectLst/>
                          <a:latin typeface="Consolas" panose="020B0609020204030204" pitchFamily="49" charset="0"/>
                        </a:rPr>
                        <a:t>${data.base}</a:t>
                      </a:r>
                      <a:r>
                        <a:rPr lang="zh-CN" sz="2000">
                          <a:solidFill>
                            <a:srgbClr val="ACDCEC"/>
                          </a:solidFill>
                          <a:effectLst/>
                          <a:latin typeface="Consolas" panose="020B0609020204030204" pitchFamily="49" charset="0"/>
                        </a:rPr>
                        <a:t>&lt;/td&gt;  </a:t>
                      </a:r>
                      <a:endParaRPr lang="en-US" sz="2000">
                        <a:solidFill>
                          <a:srgbClr val="ACDCEC"/>
                        </a:solidFill>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342781844"/>
                  </a:ext>
                </a:extLst>
              </a:tr>
              <a:tr h="253682">
                <a:tc>
                  <a:txBody>
                    <a:bodyPr/>
                    <a:lstStyle/>
                    <a:p>
                      <a:pPr marL="0" marR="0" fontAlgn="t">
                        <a:lnSpc>
                          <a:spcPts val="1800"/>
                        </a:lnSpc>
                        <a:spcBef>
                          <a:spcPts val="0"/>
                        </a:spcBef>
                        <a:spcAft>
                          <a:spcPts val="0"/>
                        </a:spcAft>
                      </a:pPr>
                      <a:r>
                        <a:rPr lang="zh-CN" sz="2000">
                          <a:solidFill>
                            <a:srgbClr val="ACDCEC"/>
                          </a:solidFill>
                          <a:effectLst/>
                          <a:latin typeface="Consolas" panose="020B0609020204030204" pitchFamily="49" charset="0"/>
                        </a:rPr>
                        <a:t>                &lt;td&gt;</a:t>
                      </a:r>
                      <a:r>
                        <a:rPr lang="x-none" sz="2000">
                          <a:solidFill>
                            <a:srgbClr val="ACDCEC"/>
                          </a:solidFill>
                          <a:effectLst/>
                          <a:latin typeface="Consolas" panose="020B0609020204030204" pitchFamily="49" charset="0"/>
                        </a:rPr>
                        <a:t>${data.quote_}</a:t>
                      </a:r>
                      <a:r>
                        <a:rPr lang="zh-CN" sz="2000">
                          <a:solidFill>
                            <a:srgbClr val="ACDCEC"/>
                          </a:solidFill>
                          <a:effectLst/>
                          <a:latin typeface="Consolas" panose="020B0609020204030204" pitchFamily="49" charset="0"/>
                        </a:rPr>
                        <a:t>&lt;/td&gt;  </a:t>
                      </a:r>
                      <a:endParaRPr lang="en-US" sz="2000">
                        <a:solidFill>
                          <a:srgbClr val="ACDCEC"/>
                        </a:solidFill>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016922816"/>
                  </a:ext>
                </a:extLst>
              </a:tr>
              <a:tr h="253682">
                <a:tc>
                  <a:txBody>
                    <a:bodyPr/>
                    <a:lstStyle/>
                    <a:p>
                      <a:pPr marL="0" marR="0" fontAlgn="t">
                        <a:lnSpc>
                          <a:spcPts val="1800"/>
                        </a:lnSpc>
                        <a:spcBef>
                          <a:spcPts val="0"/>
                        </a:spcBef>
                        <a:spcAft>
                          <a:spcPts val="0"/>
                        </a:spcAft>
                      </a:pPr>
                      <a:r>
                        <a:rPr lang="zh-CN" sz="2000">
                          <a:solidFill>
                            <a:srgbClr val="ACDCEC"/>
                          </a:solidFill>
                          <a:effectLst/>
                          <a:latin typeface="Consolas" panose="020B0609020204030204" pitchFamily="49" charset="0"/>
                        </a:rPr>
                        <a:t>            `</a:t>
                      </a:r>
                      <a:r>
                        <a:rPr lang="zh-CN" sz="2000">
                          <a:solidFill>
                            <a:srgbClr val="D1D4DB"/>
                          </a:solidFill>
                          <a:effectLst/>
                          <a:latin typeface="Consolas" panose="020B0609020204030204" pitchFamily="49" charset="0"/>
                        </a:rPr>
                        <a:t>;  </a:t>
                      </a:r>
                      <a:endParaRPr lang="zh-CN" sz="200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96917428"/>
                  </a:ext>
                </a:extLst>
              </a:tr>
              <a:tr h="253682">
                <a:tc>
                  <a:txBody>
                    <a:bodyPr/>
                    <a:lstStyle/>
                    <a:p>
                      <a:pPr marL="0" marR="0" fontAlgn="t">
                        <a:lnSpc>
                          <a:spcPts val="1800"/>
                        </a:lnSpc>
                        <a:spcBef>
                          <a:spcPts val="0"/>
                        </a:spcBef>
                        <a:spcAft>
                          <a:spcPts val="0"/>
                        </a:spcAft>
                      </a:pPr>
                      <a:r>
                        <a:rPr lang="zh-CN" sz="2000">
                          <a:solidFill>
                            <a:srgbClr val="D1D4DB"/>
                          </a:solidFill>
                          <a:effectLst/>
                          <a:latin typeface="Consolas" panose="020B0609020204030204" pitchFamily="49" charset="0"/>
                        </a:rPr>
                        <a:t>}, </a:t>
                      </a:r>
                      <a:r>
                        <a:rPr lang="x-none" sz="2000">
                          <a:solidFill>
                            <a:srgbClr val="E8D05E"/>
                          </a:solidFill>
                          <a:effectLst/>
                          <a:latin typeface="Consolas" panose="020B0609020204030204" pitchFamily="49" charset="0"/>
                        </a:rPr>
                        <a:t>1000</a:t>
                      </a:r>
                      <a:r>
                        <a:rPr lang="zh-CN" sz="2000">
                          <a:solidFill>
                            <a:srgbClr val="D1D4DB"/>
                          </a:solidFill>
                          <a:effectLst/>
                          <a:latin typeface="Consolas" panose="020B0609020204030204" pitchFamily="49" charset="0"/>
                        </a:rPr>
                        <a:t>); </a:t>
                      </a:r>
                      <a:r>
                        <a:rPr lang="x-none" sz="2000">
                          <a:solidFill>
                            <a:srgbClr val="D6D4BE"/>
                          </a:solidFill>
                          <a:effectLst/>
                          <a:latin typeface="Consolas" panose="020B0609020204030204" pitchFamily="49" charset="0"/>
                        </a:rPr>
                        <a:t>// Simulate a 1-second delay for loading data  </a:t>
                      </a:r>
                      <a:endParaRPr lang="en-US" sz="200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2578330827"/>
                  </a:ext>
                </a:extLst>
              </a:tr>
              <a:tr h="253682">
                <a:tc>
                  <a:txBody>
                    <a:bodyPr/>
                    <a:lstStyle/>
                    <a:p>
                      <a:pPr marL="0" marR="0" fontAlgn="t">
                        <a:lnSpc>
                          <a:spcPts val="1800"/>
                        </a:lnSpc>
                        <a:spcBef>
                          <a:spcPts val="0"/>
                        </a:spcBef>
                        <a:spcAft>
                          <a:spcPts val="0"/>
                        </a:spcAft>
                      </a:pPr>
                      <a:r>
                        <a:rPr lang="zh-CN" sz="2000">
                          <a:solidFill>
                            <a:srgbClr val="F9C9D0"/>
                          </a:solidFill>
                          <a:effectLst/>
                          <a:latin typeface="Consolas" panose="020B0609020204030204" pitchFamily="49" charset="0"/>
                        </a:rPr>
                        <a:t>&lt;/</a:t>
                      </a:r>
                      <a:r>
                        <a:rPr lang="x-none" sz="2000">
                          <a:solidFill>
                            <a:srgbClr val="F9C9D0"/>
                          </a:solidFill>
                          <a:effectLst/>
                          <a:latin typeface="Consolas" panose="020B0609020204030204" pitchFamily="49" charset="0"/>
                        </a:rPr>
                        <a:t>script</a:t>
                      </a:r>
                      <a:r>
                        <a:rPr lang="zh-CN" sz="2000">
                          <a:solidFill>
                            <a:srgbClr val="F9C9D0"/>
                          </a:solidFill>
                          <a:effectLst/>
                          <a:latin typeface="Consolas" panose="020B0609020204030204" pitchFamily="49" charset="0"/>
                        </a:rPr>
                        <a:t>&gt;</a:t>
                      </a:r>
                      <a:endParaRPr lang="en-US" sz="2000">
                        <a:solidFill>
                          <a:srgbClr val="F9C9D0"/>
                        </a:solidFill>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288322288"/>
                  </a:ext>
                </a:extLst>
              </a:tr>
              <a:tr h="253682">
                <a:tc>
                  <a:txBody>
                    <a:bodyPr/>
                    <a:lstStyle/>
                    <a:p>
                      <a:pPr marL="0" marR="0" fontAlgn="t">
                        <a:lnSpc>
                          <a:spcPts val="1800"/>
                        </a:lnSpc>
                        <a:spcBef>
                          <a:spcPts val="0"/>
                        </a:spcBef>
                        <a:spcAft>
                          <a:spcPts val="0"/>
                        </a:spcAft>
                      </a:pPr>
                      <a:r>
                        <a:rPr lang="zh-CN" sz="2000">
                          <a:solidFill>
                            <a:srgbClr val="F9C9D0"/>
                          </a:solidFill>
                          <a:effectLst/>
                          <a:latin typeface="Consolas" panose="020B0609020204030204" pitchFamily="49" charset="0"/>
                        </a:rPr>
                        <a:t>&lt;/</a:t>
                      </a:r>
                      <a:r>
                        <a:rPr lang="x-none" sz="2000">
                          <a:solidFill>
                            <a:srgbClr val="F9C9D0"/>
                          </a:solidFill>
                          <a:effectLst/>
                          <a:latin typeface="Consolas" panose="020B0609020204030204" pitchFamily="49" charset="0"/>
                        </a:rPr>
                        <a:t>body</a:t>
                      </a:r>
                      <a:r>
                        <a:rPr lang="zh-CN" sz="2000">
                          <a:solidFill>
                            <a:srgbClr val="F9C9D0"/>
                          </a:solidFill>
                          <a:effectLst/>
                          <a:latin typeface="Consolas" panose="020B0609020204030204" pitchFamily="49" charset="0"/>
                        </a:rPr>
                        <a:t>&gt;</a:t>
                      </a:r>
                      <a:endParaRPr lang="en-US" sz="2000">
                        <a:solidFill>
                          <a:srgbClr val="F9C9D0"/>
                        </a:solidFill>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659821304"/>
                  </a:ext>
                </a:extLst>
              </a:tr>
              <a:tr h="253682">
                <a:tc>
                  <a:txBody>
                    <a:bodyPr/>
                    <a:lstStyle/>
                    <a:p>
                      <a:pPr marL="0" marR="0" fontAlgn="t">
                        <a:lnSpc>
                          <a:spcPts val="1800"/>
                        </a:lnSpc>
                        <a:spcBef>
                          <a:spcPts val="0"/>
                        </a:spcBef>
                        <a:spcAft>
                          <a:spcPts val="0"/>
                        </a:spcAft>
                      </a:pPr>
                      <a:r>
                        <a:rPr lang="zh-CN" sz="2000" dirty="0">
                          <a:solidFill>
                            <a:srgbClr val="F9C9D0"/>
                          </a:solidFill>
                          <a:effectLst/>
                          <a:latin typeface="Consolas" panose="020B0609020204030204" pitchFamily="49" charset="0"/>
                        </a:rPr>
                        <a:t>&lt;/</a:t>
                      </a:r>
                      <a:r>
                        <a:rPr lang="x-none" sz="2000" dirty="0">
                          <a:solidFill>
                            <a:srgbClr val="F9C9D0"/>
                          </a:solidFill>
                          <a:effectLst/>
                          <a:latin typeface="Consolas" panose="020B0609020204030204" pitchFamily="49" charset="0"/>
                        </a:rPr>
                        <a:t>html</a:t>
                      </a:r>
                      <a:r>
                        <a:rPr lang="zh-CN" sz="2000" dirty="0">
                          <a:solidFill>
                            <a:srgbClr val="F9C9D0"/>
                          </a:solidFill>
                          <a:effectLst/>
                          <a:latin typeface="Consolas" panose="020B0609020204030204" pitchFamily="49" charset="0"/>
                        </a:rPr>
                        <a:t>&gt;</a:t>
                      </a:r>
                      <a:endParaRPr lang="en-US" sz="2000" dirty="0">
                        <a:solidFill>
                          <a:srgbClr val="F9C9D0"/>
                        </a:solidFill>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198085673"/>
                  </a:ext>
                </a:extLst>
              </a:tr>
            </a:tbl>
          </a:graphicData>
        </a:graphic>
      </p:graphicFrame>
    </p:spTree>
    <p:extLst>
      <p:ext uri="{BB962C8B-B14F-4D97-AF65-F5344CB8AC3E}">
        <p14:creationId xmlns:p14="http://schemas.microsoft.com/office/powerpoint/2010/main" val="2269039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CE01AA7-C5F0-4B8B-B7F8-6A6D754D6484}"/>
              </a:ext>
            </a:extLst>
          </p:cNvPr>
          <p:cNvGraphicFramePr>
            <a:graphicFrameLocks noGrp="1"/>
          </p:cNvGraphicFramePr>
          <p:nvPr>
            <p:extLst>
              <p:ext uri="{D42A27DB-BD31-4B8C-83A1-F6EECF244321}">
                <p14:modId xmlns:p14="http://schemas.microsoft.com/office/powerpoint/2010/main" val="4232308133"/>
              </p:ext>
            </p:extLst>
          </p:nvPr>
        </p:nvGraphicFramePr>
        <p:xfrm>
          <a:off x="0" y="-1631518"/>
          <a:ext cx="12192000" cy="8489518"/>
        </p:xfrm>
        <a:graphic>
          <a:graphicData uri="http://schemas.openxmlformats.org/drawingml/2006/table">
            <a:tbl>
              <a:tblPr/>
              <a:tblGrid>
                <a:gridCol w="12192000">
                  <a:extLst>
                    <a:ext uri="{9D8B030D-6E8A-4147-A177-3AD203B41FA5}">
                      <a16:colId xmlns:a16="http://schemas.microsoft.com/office/drawing/2014/main" val="495720005"/>
                    </a:ext>
                  </a:extLst>
                </a:gridCol>
              </a:tblGrid>
              <a:tr h="253682">
                <a:tc>
                  <a:txBody>
                    <a:bodyPr/>
                    <a:lstStyle/>
                    <a:p>
                      <a:pPr marL="0" marR="0" fontAlgn="t">
                        <a:lnSpc>
                          <a:spcPts val="1800"/>
                        </a:lnSpc>
                        <a:spcBef>
                          <a:spcPts val="0"/>
                        </a:spcBef>
                        <a:spcAft>
                          <a:spcPts val="0"/>
                        </a:spcAft>
                      </a:pPr>
                      <a:r>
                        <a:rPr lang="zh-CN" sz="2000" dirty="0">
                          <a:solidFill>
                            <a:srgbClr val="F9C9D0"/>
                          </a:solidFill>
                          <a:effectLst/>
                          <a:latin typeface="Consolas" panose="020B0609020204030204" pitchFamily="49" charset="0"/>
                        </a:rPr>
                        <a:t>&lt;</a:t>
                      </a:r>
                      <a:r>
                        <a:rPr lang="x-none" sz="2000" dirty="0">
                          <a:solidFill>
                            <a:srgbClr val="F9C9D0"/>
                          </a:solidFill>
                          <a:effectLst/>
                          <a:latin typeface="Consolas" panose="020B0609020204030204" pitchFamily="49" charset="0"/>
                        </a:rPr>
                        <a:t>script</a:t>
                      </a:r>
                      <a:r>
                        <a:rPr lang="zh-CN" sz="2000" dirty="0">
                          <a:solidFill>
                            <a:srgbClr val="F9C9D0"/>
                          </a:solidFill>
                          <a:effectLst/>
                          <a:latin typeface="Consolas" panose="020B0609020204030204" pitchFamily="49" charset="0"/>
                        </a:rPr>
                        <a:t>&gt;</a:t>
                      </a:r>
                      <a:r>
                        <a:rPr lang="zh-CN" sz="2000" dirty="0">
                          <a:solidFill>
                            <a:srgbClr val="D1D4DB"/>
                          </a:solidFill>
                          <a:effectLst/>
                          <a:latin typeface="Consolas" panose="020B0609020204030204" pitchFamily="49" charset="0"/>
                        </a:rPr>
                        <a:t>  </a:t>
                      </a:r>
                      <a:endParaRPr lang="en-US" sz="2000" dirty="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019819310"/>
                  </a:ext>
                </a:extLst>
              </a:tr>
              <a:tr h="253682">
                <a:tc>
                  <a:txBody>
                    <a:bodyPr/>
                    <a:lstStyle/>
                    <a:p>
                      <a:pPr marL="0" marR="0" fontAlgn="t">
                        <a:lnSpc>
                          <a:spcPts val="1800"/>
                        </a:lnSpc>
                        <a:spcBef>
                          <a:spcPts val="0"/>
                        </a:spcBef>
                        <a:spcAft>
                          <a:spcPts val="0"/>
                        </a:spcAft>
                      </a:pPr>
                      <a:r>
                        <a:rPr lang="zh-CN" sz="2000">
                          <a:solidFill>
                            <a:srgbClr val="D6D4BE"/>
                          </a:solidFill>
                          <a:effectLst/>
                          <a:latin typeface="Consolas" panose="020B0609020204030204" pitchFamily="49" charset="0"/>
                        </a:rPr>
                        <a:t>// Simulated AJAX request to fetch data from backend  </a:t>
                      </a: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350697453"/>
                  </a:ext>
                </a:extLst>
              </a:tr>
              <a:tr h="253682">
                <a:tc>
                  <a:txBody>
                    <a:bodyPr/>
                    <a:lstStyle/>
                    <a:p>
                      <a:pPr marL="0" marR="0" fontAlgn="t">
                        <a:lnSpc>
                          <a:spcPts val="1800"/>
                        </a:lnSpc>
                        <a:spcBef>
                          <a:spcPts val="0"/>
                        </a:spcBef>
                        <a:spcAft>
                          <a:spcPts val="0"/>
                        </a:spcAft>
                      </a:pPr>
                      <a:r>
                        <a:rPr lang="zh-CN" sz="2000">
                          <a:solidFill>
                            <a:srgbClr val="D6D4BE"/>
                          </a:solidFill>
                          <a:effectLst/>
                          <a:latin typeface="Consolas" panose="020B0609020204030204" pitchFamily="49" charset="0"/>
                        </a:rPr>
                        <a:t>// In a real-world scenario, this would be replaced with an actual AJAX call  </a:t>
                      </a: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77042531"/>
                  </a:ext>
                </a:extLst>
              </a:tr>
              <a:tr h="253682">
                <a:tc>
                  <a:txBody>
                    <a:bodyPr/>
                    <a:lstStyle/>
                    <a:p>
                      <a:pPr marL="0" marR="0" fontAlgn="t">
                        <a:lnSpc>
                          <a:spcPts val="1800"/>
                        </a:lnSpc>
                        <a:spcBef>
                          <a:spcPts val="0"/>
                        </a:spcBef>
                        <a:spcAft>
                          <a:spcPts val="0"/>
                        </a:spcAft>
                      </a:pPr>
                      <a:r>
                        <a:rPr lang="zh-CN" sz="2000">
                          <a:solidFill>
                            <a:srgbClr val="E8D05E"/>
                          </a:solidFill>
                          <a:effectLst/>
                          <a:latin typeface="Consolas" panose="020B0609020204030204" pitchFamily="49" charset="0"/>
                        </a:rPr>
                        <a:t>setTimeout</a:t>
                      </a:r>
                      <a:r>
                        <a:rPr lang="zh-CN" sz="2000">
                          <a:solidFill>
                            <a:srgbClr val="D1D4DB"/>
                          </a:solidFill>
                          <a:effectLst/>
                          <a:latin typeface="Consolas" panose="020B0609020204030204" pitchFamily="49" charset="0"/>
                        </a:rPr>
                        <a:t>(</a:t>
                      </a:r>
                      <a:r>
                        <a:rPr lang="x-none" sz="2000">
                          <a:solidFill>
                            <a:srgbClr val="E8CEE3"/>
                          </a:solidFill>
                          <a:effectLst/>
                          <a:latin typeface="Consolas" panose="020B0609020204030204" pitchFamily="49" charset="0"/>
                        </a:rPr>
                        <a:t>function</a:t>
                      </a:r>
                      <a:r>
                        <a:rPr lang="zh-CN" sz="2000">
                          <a:solidFill>
                            <a:srgbClr val="D1D4DB"/>
                          </a:solidFill>
                          <a:effectLst/>
                          <a:latin typeface="Consolas" panose="020B0609020204030204" pitchFamily="49" charset="0"/>
                        </a:rPr>
                        <a:t>() {  </a:t>
                      </a:r>
                      <a:endParaRPr lang="en-US" sz="200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86861951"/>
                  </a:ext>
                </a:extLst>
              </a:tr>
              <a:tr h="253682">
                <a:tc>
                  <a:txBody>
                    <a:bodyPr/>
                    <a:lstStyle/>
                    <a:p>
                      <a:pPr marL="0" marR="0" fontAlgn="t">
                        <a:lnSpc>
                          <a:spcPts val="1800"/>
                        </a:lnSpc>
                        <a:spcBef>
                          <a:spcPts val="0"/>
                        </a:spcBef>
                        <a:spcAft>
                          <a:spcPts val="0"/>
                        </a:spcAft>
                      </a:pPr>
                      <a:r>
                        <a:rPr lang="zh-CN" sz="2000">
                          <a:solidFill>
                            <a:srgbClr val="D6D4BE"/>
                          </a:solidFill>
                          <a:effectLst/>
                          <a:latin typeface="Consolas" panose="020B0609020204030204" pitchFamily="49" charset="0"/>
                        </a:rPr>
                        <a:t>// Simulated data received from backend  </a:t>
                      </a: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4050657250"/>
                  </a:ext>
                </a:extLst>
              </a:tr>
              <a:tr h="253682">
                <a:tc>
                  <a:txBody>
                    <a:bodyPr/>
                    <a:lstStyle/>
                    <a:p>
                      <a:pPr marL="0" marR="0" fontAlgn="t">
                        <a:lnSpc>
                          <a:spcPts val="1800"/>
                        </a:lnSpc>
                        <a:spcBef>
                          <a:spcPts val="0"/>
                        </a:spcBef>
                        <a:spcAft>
                          <a:spcPts val="0"/>
                        </a:spcAft>
                      </a:pPr>
                      <a:r>
                        <a:rPr lang="en-US" altLang="zh-CN" sz="2000" dirty="0">
                          <a:solidFill>
                            <a:srgbClr val="E8CEE3"/>
                          </a:solidFill>
                          <a:effectLst/>
                          <a:latin typeface="Consolas" panose="020B0609020204030204" pitchFamily="49" charset="0"/>
                        </a:rPr>
                        <a:t>v</a:t>
                      </a:r>
                      <a:r>
                        <a:rPr lang="zh-CN" sz="2000" dirty="0">
                          <a:solidFill>
                            <a:srgbClr val="E8CEE3"/>
                          </a:solidFill>
                          <a:effectLst/>
                          <a:latin typeface="Consolas" panose="020B0609020204030204" pitchFamily="49" charset="0"/>
                        </a:rPr>
                        <a:t>ar</a:t>
                      </a:r>
                      <a:r>
                        <a:rPr lang="en-US" altLang="zh-CN" sz="2000" dirty="0">
                          <a:solidFill>
                            <a:srgbClr val="E8CEE3"/>
                          </a:solidFill>
                          <a:effectLst/>
                          <a:latin typeface="Consolas" panose="020B0609020204030204" pitchFamily="49" charset="0"/>
                        </a:rPr>
                        <a:t> </a:t>
                      </a:r>
                      <a:r>
                        <a:rPr lang="zh-CN" sz="2000" dirty="0">
                          <a:solidFill>
                            <a:srgbClr val="D1D4DB"/>
                          </a:solidFill>
                          <a:effectLst/>
                          <a:latin typeface="Consolas" panose="020B0609020204030204" pitchFamily="49" charset="0"/>
                        </a:rPr>
                        <a:t>data = {  </a:t>
                      </a:r>
                      <a:endParaRPr lang="zh-CN" sz="2000" dirty="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4025986861"/>
                  </a:ext>
                </a:extLst>
              </a:tr>
              <a:tr h="253682">
                <a:tc>
                  <a:txBody>
                    <a:bodyPr/>
                    <a:lstStyle/>
                    <a:p>
                      <a:pPr marL="0" marR="0" fontAlgn="t">
                        <a:lnSpc>
                          <a:spcPts val="1800"/>
                        </a:lnSpc>
                        <a:spcBef>
                          <a:spcPts val="0"/>
                        </a:spcBef>
                        <a:spcAft>
                          <a:spcPts val="0"/>
                        </a:spcAft>
                      </a:pPr>
                      <a:r>
                        <a:rPr lang="zh-CN" sz="2000" dirty="0">
                          <a:solidFill>
                            <a:srgbClr val="D1D4DB"/>
                          </a:solidFill>
                          <a:effectLst/>
                          <a:latin typeface="Consolas" panose="020B0609020204030204" pitchFamily="49" charset="0"/>
                        </a:rPr>
                        <a:t>symbol: </a:t>
                      </a:r>
                      <a:r>
                        <a:rPr lang="x-none" sz="2000" dirty="0">
                          <a:solidFill>
                            <a:srgbClr val="ACDCEC"/>
                          </a:solidFill>
                          <a:effectLst/>
                          <a:latin typeface="Consolas" panose="020B0609020204030204" pitchFamily="49" charset="0"/>
                        </a:rPr>
                        <a:t>'</a:t>
                      </a:r>
                      <a:r>
                        <a:rPr lang="en-US" sz="2000" dirty="0">
                          <a:solidFill>
                            <a:srgbClr val="ACDCEC"/>
                          </a:solidFill>
                          <a:effectLst/>
                          <a:latin typeface="Consolas" panose="020B0609020204030204" pitchFamily="49" charset="0"/>
                        </a:rPr>
                        <a:t>EYCU</a:t>
                      </a:r>
                      <a:r>
                        <a:rPr lang="x-none" sz="2000" dirty="0">
                          <a:solidFill>
                            <a:srgbClr val="ACDCEC"/>
                          </a:solidFill>
                          <a:effectLst/>
                          <a:latin typeface="Consolas" panose="020B0609020204030204" pitchFamily="49" charset="0"/>
                        </a:rPr>
                        <a:t>'</a:t>
                      </a:r>
                      <a:r>
                        <a:rPr lang="zh-CN" sz="2000" dirty="0">
                          <a:solidFill>
                            <a:srgbClr val="D1D4DB"/>
                          </a:solidFill>
                          <a:effectLst/>
                          <a:latin typeface="Consolas" panose="020B0609020204030204" pitchFamily="49" charset="0"/>
                        </a:rPr>
                        <a:t>,  </a:t>
                      </a:r>
                      <a:endParaRPr lang="en-US" sz="2000" dirty="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951384486"/>
                  </a:ext>
                </a:extLst>
              </a:tr>
              <a:tr h="253682">
                <a:tc>
                  <a:txBody>
                    <a:bodyPr/>
                    <a:lstStyle/>
                    <a:p>
                      <a:pPr marL="0" marR="0" fontAlgn="t">
                        <a:lnSpc>
                          <a:spcPts val="1800"/>
                        </a:lnSpc>
                        <a:spcBef>
                          <a:spcPts val="0"/>
                        </a:spcBef>
                        <a:spcAft>
                          <a:spcPts val="0"/>
                        </a:spcAft>
                      </a:pPr>
                      <a:r>
                        <a:rPr lang="zh-CN" sz="2000">
                          <a:solidFill>
                            <a:srgbClr val="D1D4DB"/>
                          </a:solidFill>
                          <a:effectLst/>
                          <a:latin typeface="Consolas" panose="020B0609020204030204" pitchFamily="49" charset="0"/>
                        </a:rPr>
                        <a:t>a: </a:t>
                      </a:r>
                      <a:r>
                        <a:rPr lang="x-none" sz="2000">
                          <a:solidFill>
                            <a:srgbClr val="E8D05E"/>
                          </a:solidFill>
                          <a:effectLst/>
                          <a:latin typeface="Consolas" panose="020B0609020204030204" pitchFamily="49" charset="0"/>
                        </a:rPr>
                        <a:t>10000</a:t>
                      </a:r>
                      <a:r>
                        <a:rPr lang="zh-CN" sz="2000">
                          <a:solidFill>
                            <a:srgbClr val="D1D4DB"/>
                          </a:solidFill>
                          <a:effectLst/>
                          <a:latin typeface="Consolas" panose="020B0609020204030204" pitchFamily="49" charset="0"/>
                        </a:rPr>
                        <a:t>,  </a:t>
                      </a:r>
                      <a:endParaRPr lang="en-US" sz="200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875271520"/>
                  </a:ext>
                </a:extLst>
              </a:tr>
              <a:tr h="253682">
                <a:tc>
                  <a:txBody>
                    <a:bodyPr/>
                    <a:lstStyle/>
                    <a:p>
                      <a:pPr marL="0" marR="0" fontAlgn="t">
                        <a:lnSpc>
                          <a:spcPts val="1800"/>
                        </a:lnSpc>
                        <a:spcBef>
                          <a:spcPts val="0"/>
                        </a:spcBef>
                        <a:spcAft>
                          <a:spcPts val="0"/>
                        </a:spcAft>
                      </a:pPr>
                      <a:r>
                        <a:rPr lang="zh-CN" sz="2000" dirty="0">
                          <a:solidFill>
                            <a:srgbClr val="D1D4DB"/>
                          </a:solidFill>
                          <a:effectLst/>
                          <a:latin typeface="Consolas" panose="020B0609020204030204" pitchFamily="49" charset="0"/>
                        </a:rPr>
                        <a:t>aq: </a:t>
                      </a:r>
                      <a:r>
                        <a:rPr lang="x-none" sz="2000" dirty="0">
                          <a:solidFill>
                            <a:srgbClr val="E8D05E"/>
                          </a:solidFill>
                          <a:effectLst/>
                          <a:latin typeface="Consolas" panose="020B0609020204030204" pitchFamily="49" charset="0"/>
                        </a:rPr>
                        <a:t>1.5</a:t>
                      </a:r>
                      <a:r>
                        <a:rPr lang="zh-CN" sz="2000" dirty="0">
                          <a:solidFill>
                            <a:srgbClr val="D1D4DB"/>
                          </a:solidFill>
                          <a:effectLst/>
                          <a:latin typeface="Consolas" panose="020B0609020204030204" pitchFamily="49" charset="0"/>
                        </a:rPr>
                        <a:t>,  </a:t>
                      </a:r>
                      <a:endParaRPr lang="en-US" sz="2000" dirty="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2986423317"/>
                  </a:ext>
                </a:extLst>
              </a:tr>
              <a:tr h="253682">
                <a:tc>
                  <a:txBody>
                    <a:bodyPr/>
                    <a:lstStyle/>
                    <a:p>
                      <a:pPr marL="0" marR="0" fontAlgn="t">
                        <a:lnSpc>
                          <a:spcPts val="1800"/>
                        </a:lnSpc>
                        <a:spcBef>
                          <a:spcPts val="0"/>
                        </a:spcBef>
                        <a:spcAft>
                          <a:spcPts val="0"/>
                        </a:spcAft>
                      </a:pPr>
                      <a:r>
                        <a:rPr lang="zh-CN" sz="2000">
                          <a:solidFill>
                            <a:srgbClr val="D1D4DB"/>
                          </a:solidFill>
                          <a:effectLst/>
                          <a:latin typeface="Consolas" panose="020B0609020204030204" pitchFamily="49" charset="0"/>
                        </a:rPr>
                        <a:t>b: </a:t>
                      </a:r>
                      <a:r>
                        <a:rPr lang="x-none" sz="2000">
                          <a:solidFill>
                            <a:srgbClr val="E8D05E"/>
                          </a:solidFill>
                          <a:effectLst/>
                          <a:latin typeface="Consolas" panose="020B0609020204030204" pitchFamily="49" charset="0"/>
                        </a:rPr>
                        <a:t>9999</a:t>
                      </a:r>
                      <a:r>
                        <a:rPr lang="zh-CN" sz="2000">
                          <a:solidFill>
                            <a:srgbClr val="D1D4DB"/>
                          </a:solidFill>
                          <a:effectLst/>
                          <a:latin typeface="Consolas" panose="020B0609020204030204" pitchFamily="49" charset="0"/>
                        </a:rPr>
                        <a:t>,  </a:t>
                      </a:r>
                      <a:endParaRPr lang="en-US" sz="200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2999335241"/>
                  </a:ext>
                </a:extLst>
              </a:tr>
              <a:tr h="253682">
                <a:tc>
                  <a:txBody>
                    <a:bodyPr/>
                    <a:lstStyle/>
                    <a:p>
                      <a:pPr marL="0" marR="0" fontAlgn="t">
                        <a:lnSpc>
                          <a:spcPts val="1800"/>
                        </a:lnSpc>
                        <a:spcBef>
                          <a:spcPts val="0"/>
                        </a:spcBef>
                        <a:spcAft>
                          <a:spcPts val="0"/>
                        </a:spcAft>
                      </a:pPr>
                      <a:r>
                        <a:rPr lang="zh-CN" sz="2000">
                          <a:solidFill>
                            <a:srgbClr val="D1D4DB"/>
                          </a:solidFill>
                          <a:effectLst/>
                          <a:latin typeface="Consolas" panose="020B0609020204030204" pitchFamily="49" charset="0"/>
                        </a:rPr>
                        <a:t>bq: </a:t>
                      </a:r>
                      <a:r>
                        <a:rPr lang="x-none" sz="2000">
                          <a:solidFill>
                            <a:srgbClr val="E8D05E"/>
                          </a:solidFill>
                          <a:effectLst/>
                          <a:latin typeface="Consolas" panose="020B0609020204030204" pitchFamily="49" charset="0"/>
                        </a:rPr>
                        <a:t>2.0</a:t>
                      </a:r>
                      <a:r>
                        <a:rPr lang="zh-CN" sz="2000">
                          <a:solidFill>
                            <a:srgbClr val="D1D4DB"/>
                          </a:solidFill>
                          <a:effectLst/>
                          <a:latin typeface="Consolas" panose="020B0609020204030204" pitchFamily="49" charset="0"/>
                        </a:rPr>
                        <a:t>,  </a:t>
                      </a:r>
                      <a:endParaRPr lang="en-US" sz="200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591703344"/>
                  </a:ext>
                </a:extLst>
              </a:tr>
              <a:tr h="253682">
                <a:tc>
                  <a:txBody>
                    <a:bodyPr/>
                    <a:lstStyle/>
                    <a:p>
                      <a:pPr marL="0" marR="0" fontAlgn="t">
                        <a:lnSpc>
                          <a:spcPts val="1800"/>
                        </a:lnSpc>
                        <a:spcBef>
                          <a:spcPts val="0"/>
                        </a:spcBef>
                        <a:spcAft>
                          <a:spcPts val="0"/>
                        </a:spcAft>
                      </a:pPr>
                      <a:r>
                        <a:rPr lang="zh-CN" sz="2000" dirty="0">
                          <a:solidFill>
                            <a:srgbClr val="D1D4DB"/>
                          </a:solidFill>
                          <a:effectLst/>
                          <a:latin typeface="Consolas" panose="020B0609020204030204" pitchFamily="49" charset="0"/>
                        </a:rPr>
                        <a:t>base: </a:t>
                      </a:r>
                      <a:r>
                        <a:rPr lang="x-none" sz="2000" dirty="0">
                          <a:solidFill>
                            <a:srgbClr val="ACDCEC"/>
                          </a:solidFill>
                          <a:effectLst/>
                          <a:latin typeface="Consolas" panose="020B0609020204030204" pitchFamily="49" charset="0"/>
                        </a:rPr>
                        <a:t>'</a:t>
                      </a:r>
                      <a:r>
                        <a:rPr lang="en-US" sz="2000" dirty="0">
                          <a:solidFill>
                            <a:srgbClr val="ACDCEC"/>
                          </a:solidFill>
                          <a:effectLst/>
                          <a:latin typeface="Consolas" panose="020B0609020204030204" pitchFamily="49" charset="0"/>
                        </a:rPr>
                        <a:t>EY</a:t>
                      </a:r>
                      <a:r>
                        <a:rPr lang="x-none" sz="2000" dirty="0">
                          <a:solidFill>
                            <a:srgbClr val="ACDCEC"/>
                          </a:solidFill>
                          <a:effectLst/>
                          <a:latin typeface="Consolas" panose="020B0609020204030204" pitchFamily="49" charset="0"/>
                        </a:rPr>
                        <a:t>'</a:t>
                      </a:r>
                      <a:r>
                        <a:rPr lang="zh-CN" sz="2000" dirty="0">
                          <a:solidFill>
                            <a:srgbClr val="D1D4DB"/>
                          </a:solidFill>
                          <a:effectLst/>
                          <a:latin typeface="Consolas" panose="020B0609020204030204" pitchFamily="49" charset="0"/>
                        </a:rPr>
                        <a:t>,  </a:t>
                      </a:r>
                      <a:endParaRPr lang="en-US" sz="2000" dirty="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1725168188"/>
                  </a:ext>
                </a:extLst>
              </a:tr>
              <a:tr h="253682">
                <a:tc>
                  <a:txBody>
                    <a:bodyPr/>
                    <a:lstStyle/>
                    <a:p>
                      <a:pPr marL="0" marR="0" fontAlgn="t">
                        <a:lnSpc>
                          <a:spcPts val="1800"/>
                        </a:lnSpc>
                        <a:spcBef>
                          <a:spcPts val="0"/>
                        </a:spcBef>
                        <a:spcAft>
                          <a:spcPts val="0"/>
                        </a:spcAft>
                      </a:pPr>
                      <a:r>
                        <a:rPr lang="zh-CN" sz="2000" dirty="0">
                          <a:solidFill>
                            <a:srgbClr val="D1D4DB"/>
                          </a:solidFill>
                          <a:effectLst/>
                          <a:latin typeface="Consolas" panose="020B0609020204030204" pitchFamily="49" charset="0"/>
                        </a:rPr>
                        <a:t>quote_: </a:t>
                      </a:r>
                      <a:r>
                        <a:rPr lang="x-none" sz="2000" dirty="0">
                          <a:solidFill>
                            <a:srgbClr val="ACDCEC"/>
                          </a:solidFill>
                          <a:effectLst/>
                          <a:latin typeface="Consolas" panose="020B0609020204030204" pitchFamily="49" charset="0"/>
                        </a:rPr>
                        <a:t>'</a:t>
                      </a:r>
                      <a:r>
                        <a:rPr lang="en-US" sz="2000" dirty="0">
                          <a:solidFill>
                            <a:srgbClr val="ACDCEC"/>
                          </a:solidFill>
                          <a:effectLst/>
                          <a:latin typeface="Consolas" panose="020B0609020204030204" pitchFamily="49" charset="0"/>
                        </a:rPr>
                        <a:t>CU</a:t>
                      </a:r>
                      <a:r>
                        <a:rPr lang="x-none" sz="2000" dirty="0">
                          <a:solidFill>
                            <a:srgbClr val="ACDCEC"/>
                          </a:solidFill>
                          <a:effectLst/>
                          <a:latin typeface="Consolas" panose="020B0609020204030204" pitchFamily="49" charset="0"/>
                        </a:rPr>
                        <a:t>'</a:t>
                      </a:r>
                      <a:endParaRPr lang="en-US" sz="2000" dirty="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1500330042"/>
                  </a:ext>
                </a:extLst>
              </a:tr>
              <a:tr h="253682">
                <a:tc>
                  <a:txBody>
                    <a:bodyPr/>
                    <a:lstStyle/>
                    <a:p>
                      <a:pPr marL="0" marR="0" fontAlgn="t">
                        <a:lnSpc>
                          <a:spcPts val="1800"/>
                        </a:lnSpc>
                        <a:spcBef>
                          <a:spcPts val="0"/>
                        </a:spcBef>
                        <a:spcAft>
                          <a:spcPts val="0"/>
                        </a:spcAft>
                      </a:pPr>
                      <a:r>
                        <a:rPr lang="zh-CN" sz="2000" dirty="0">
                          <a:solidFill>
                            <a:srgbClr val="D1D4DB"/>
                          </a:solidFill>
                          <a:effectLst/>
                          <a:latin typeface="Consolas" panose="020B0609020204030204" pitchFamily="49" charset="0"/>
                        </a:rPr>
                        <a:t>};  </a:t>
                      </a: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2068708242"/>
                  </a:ext>
                </a:extLst>
              </a:tr>
              <a:tr h="253682">
                <a:tc>
                  <a:txBody>
                    <a:bodyPr/>
                    <a:lstStyle/>
                    <a:p>
                      <a:pPr marL="0" marR="0" fontAlgn="t">
                        <a:lnSpc>
                          <a:spcPts val="1800"/>
                        </a:lnSpc>
                        <a:spcBef>
                          <a:spcPts val="0"/>
                        </a:spcBef>
                        <a:spcAft>
                          <a:spcPts val="0"/>
                        </a:spcAft>
                      </a:pPr>
                      <a:r>
                        <a:rPr lang="zh-CN" sz="2000">
                          <a:solidFill>
                            <a:srgbClr val="D6D4BE"/>
                          </a:solidFill>
                          <a:effectLst/>
                          <a:latin typeface="Consolas" panose="020B0609020204030204" pitchFamily="49" charset="0"/>
                        </a:rPr>
                        <a:t>// Populate the table with the received data  </a:t>
                      </a: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212290026"/>
                  </a:ext>
                </a:extLst>
              </a:tr>
              <a:tr h="253682">
                <a:tc>
                  <a:txBody>
                    <a:bodyPr/>
                    <a:lstStyle/>
                    <a:p>
                      <a:pPr marL="0" marR="0" fontAlgn="t">
                        <a:lnSpc>
                          <a:spcPts val="1800"/>
                        </a:lnSpc>
                        <a:spcBef>
                          <a:spcPts val="0"/>
                        </a:spcBef>
                        <a:spcAft>
                          <a:spcPts val="0"/>
                        </a:spcAft>
                      </a:pPr>
                      <a:r>
                        <a:rPr lang="en-US" altLang="zh-CN" sz="2000" dirty="0">
                          <a:solidFill>
                            <a:srgbClr val="E8CEE3"/>
                          </a:solidFill>
                          <a:effectLst/>
                          <a:latin typeface="Consolas" panose="020B0609020204030204" pitchFamily="49" charset="0"/>
                        </a:rPr>
                        <a:t>v</a:t>
                      </a:r>
                      <a:r>
                        <a:rPr lang="zh-CN" sz="2000" dirty="0">
                          <a:solidFill>
                            <a:srgbClr val="E8CEE3"/>
                          </a:solidFill>
                          <a:effectLst/>
                          <a:latin typeface="Consolas" panose="020B0609020204030204" pitchFamily="49" charset="0"/>
                        </a:rPr>
                        <a:t>ar</a:t>
                      </a:r>
                      <a:r>
                        <a:rPr lang="en-US" altLang="zh-CN" sz="2000" dirty="0">
                          <a:solidFill>
                            <a:srgbClr val="E8CEE3"/>
                          </a:solidFill>
                          <a:effectLst/>
                          <a:latin typeface="Consolas" panose="020B0609020204030204" pitchFamily="49" charset="0"/>
                        </a:rPr>
                        <a:t> </a:t>
                      </a:r>
                      <a:r>
                        <a:rPr lang="zh-CN" sz="2000" dirty="0">
                          <a:solidFill>
                            <a:srgbClr val="D1D4DB"/>
                          </a:solidFill>
                          <a:effectLst/>
                          <a:latin typeface="Consolas" panose="020B0609020204030204" pitchFamily="49" charset="0"/>
                        </a:rPr>
                        <a:t>row = </a:t>
                      </a:r>
                      <a:r>
                        <a:rPr lang="x-none" sz="2000" dirty="0">
                          <a:solidFill>
                            <a:srgbClr val="F9C9D0"/>
                          </a:solidFill>
                          <a:effectLst/>
                          <a:latin typeface="Consolas" panose="020B0609020204030204" pitchFamily="49" charset="0"/>
                        </a:rPr>
                        <a:t>document</a:t>
                      </a:r>
                      <a:r>
                        <a:rPr lang="zh-CN" sz="2000" dirty="0">
                          <a:solidFill>
                            <a:srgbClr val="D1D4DB"/>
                          </a:solidFill>
                          <a:effectLst/>
                          <a:latin typeface="Consolas" panose="020B0609020204030204" pitchFamily="49" charset="0"/>
                        </a:rPr>
                        <a:t>.</a:t>
                      </a:r>
                      <a:r>
                        <a:rPr lang="x-none" sz="2000" dirty="0">
                          <a:solidFill>
                            <a:srgbClr val="B8DBAD"/>
                          </a:solidFill>
                          <a:effectLst/>
                          <a:latin typeface="Consolas" panose="020B0609020204030204" pitchFamily="49" charset="0"/>
                        </a:rPr>
                        <a:t>getElementById</a:t>
                      </a:r>
                      <a:r>
                        <a:rPr lang="zh-CN" sz="2000" dirty="0">
                          <a:solidFill>
                            <a:srgbClr val="D1D4DB"/>
                          </a:solidFill>
                          <a:effectLst/>
                          <a:latin typeface="Consolas" panose="020B0609020204030204" pitchFamily="49" charset="0"/>
                        </a:rPr>
                        <a:t>(</a:t>
                      </a:r>
                      <a:r>
                        <a:rPr lang="x-none" sz="2000" dirty="0">
                          <a:solidFill>
                            <a:srgbClr val="ACDCEC"/>
                          </a:solidFill>
                          <a:effectLst/>
                          <a:latin typeface="Consolas" panose="020B0609020204030204" pitchFamily="49" charset="0"/>
                        </a:rPr>
                        <a:t>'market-data-row'</a:t>
                      </a:r>
                      <a:r>
                        <a:rPr lang="zh-CN" sz="2000" dirty="0">
                          <a:solidFill>
                            <a:srgbClr val="D1D4DB"/>
                          </a:solidFill>
                          <a:effectLst/>
                          <a:latin typeface="Consolas" panose="020B0609020204030204" pitchFamily="49" charset="0"/>
                        </a:rPr>
                        <a:t>);  </a:t>
                      </a:r>
                      <a:endParaRPr lang="en-US" sz="2000" dirty="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1884707689"/>
                  </a:ext>
                </a:extLst>
              </a:tr>
              <a:tr h="253682">
                <a:tc>
                  <a:txBody>
                    <a:bodyPr/>
                    <a:lstStyle/>
                    <a:p>
                      <a:pPr marL="0" marR="0" fontAlgn="t">
                        <a:lnSpc>
                          <a:spcPts val="1800"/>
                        </a:lnSpc>
                        <a:spcBef>
                          <a:spcPts val="0"/>
                        </a:spcBef>
                        <a:spcAft>
                          <a:spcPts val="0"/>
                        </a:spcAft>
                      </a:pPr>
                      <a:r>
                        <a:rPr lang="zh-CN" sz="2000">
                          <a:solidFill>
                            <a:srgbClr val="D1D4DB"/>
                          </a:solidFill>
                          <a:effectLst/>
                          <a:latin typeface="Consolas" panose="020B0609020204030204" pitchFamily="49" charset="0"/>
                        </a:rPr>
                        <a:t>row.</a:t>
                      </a:r>
                      <a:r>
                        <a:rPr lang="x-none" sz="2000">
                          <a:solidFill>
                            <a:srgbClr val="D1D4DB"/>
                          </a:solidFill>
                          <a:effectLst/>
                          <a:latin typeface="Consolas" panose="020B0609020204030204" pitchFamily="49" charset="0"/>
                        </a:rPr>
                        <a:t>innerHTML</a:t>
                      </a:r>
                      <a:r>
                        <a:rPr lang="zh-CN" sz="2000">
                          <a:solidFill>
                            <a:srgbClr val="D1D4DB"/>
                          </a:solidFill>
                          <a:effectLst/>
                          <a:latin typeface="Consolas" panose="020B0609020204030204" pitchFamily="49" charset="0"/>
                        </a:rPr>
                        <a:t>= </a:t>
                      </a:r>
                      <a:r>
                        <a:rPr lang="x-none" sz="2000">
                          <a:solidFill>
                            <a:srgbClr val="ACDCEC"/>
                          </a:solidFill>
                          <a:effectLst/>
                          <a:latin typeface="Consolas" panose="020B0609020204030204" pitchFamily="49" charset="0"/>
                        </a:rPr>
                        <a:t>`  </a:t>
                      </a:r>
                      <a:endParaRPr lang="en-US" sz="200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1018093536"/>
                  </a:ext>
                </a:extLst>
              </a:tr>
              <a:tr h="253682">
                <a:tc>
                  <a:txBody>
                    <a:bodyPr/>
                    <a:lstStyle/>
                    <a:p>
                      <a:pPr marL="0" marR="0" fontAlgn="t">
                        <a:lnSpc>
                          <a:spcPts val="1800"/>
                        </a:lnSpc>
                        <a:spcBef>
                          <a:spcPts val="0"/>
                        </a:spcBef>
                        <a:spcAft>
                          <a:spcPts val="0"/>
                        </a:spcAft>
                      </a:pPr>
                      <a:r>
                        <a:rPr lang="zh-CN" sz="2000">
                          <a:solidFill>
                            <a:srgbClr val="ACDCEC"/>
                          </a:solidFill>
                          <a:effectLst/>
                          <a:latin typeface="Consolas" panose="020B0609020204030204" pitchFamily="49" charset="0"/>
                        </a:rPr>
                        <a:t>                &lt;td&gt;</a:t>
                      </a:r>
                      <a:r>
                        <a:rPr lang="x-none" sz="2000">
                          <a:solidFill>
                            <a:srgbClr val="ACDCEC"/>
                          </a:solidFill>
                          <a:effectLst/>
                          <a:latin typeface="Consolas" panose="020B0609020204030204" pitchFamily="49" charset="0"/>
                        </a:rPr>
                        <a:t>${data.symbol}</a:t>
                      </a:r>
                      <a:r>
                        <a:rPr lang="zh-CN" sz="2000">
                          <a:solidFill>
                            <a:srgbClr val="ACDCEC"/>
                          </a:solidFill>
                          <a:effectLst/>
                          <a:latin typeface="Consolas" panose="020B0609020204030204" pitchFamily="49" charset="0"/>
                        </a:rPr>
                        <a:t>&lt;/td&gt;  </a:t>
                      </a:r>
                      <a:endParaRPr lang="en-US" sz="2000">
                        <a:solidFill>
                          <a:srgbClr val="ACDCEC"/>
                        </a:solidFill>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522099799"/>
                  </a:ext>
                </a:extLst>
              </a:tr>
              <a:tr h="253682">
                <a:tc>
                  <a:txBody>
                    <a:bodyPr/>
                    <a:lstStyle/>
                    <a:p>
                      <a:pPr marL="0" marR="0" fontAlgn="t">
                        <a:lnSpc>
                          <a:spcPts val="1800"/>
                        </a:lnSpc>
                        <a:spcBef>
                          <a:spcPts val="0"/>
                        </a:spcBef>
                        <a:spcAft>
                          <a:spcPts val="0"/>
                        </a:spcAft>
                      </a:pPr>
                      <a:r>
                        <a:rPr lang="zh-CN" sz="2000">
                          <a:solidFill>
                            <a:srgbClr val="ACDCEC"/>
                          </a:solidFill>
                          <a:effectLst/>
                          <a:latin typeface="Consolas" panose="020B0609020204030204" pitchFamily="49" charset="0"/>
                        </a:rPr>
                        <a:t>                &lt;td&gt;</a:t>
                      </a:r>
                      <a:r>
                        <a:rPr lang="x-none" sz="2000">
                          <a:solidFill>
                            <a:srgbClr val="ACDCEC"/>
                          </a:solidFill>
                          <a:effectLst/>
                          <a:latin typeface="Consolas" panose="020B0609020204030204" pitchFamily="49" charset="0"/>
                        </a:rPr>
                        <a:t>${data.a}</a:t>
                      </a:r>
                      <a:r>
                        <a:rPr lang="zh-CN" sz="2000">
                          <a:solidFill>
                            <a:srgbClr val="ACDCEC"/>
                          </a:solidFill>
                          <a:effectLst/>
                          <a:latin typeface="Consolas" panose="020B0609020204030204" pitchFamily="49" charset="0"/>
                        </a:rPr>
                        <a:t>&lt;/td&gt;  </a:t>
                      </a:r>
                      <a:endParaRPr lang="en-US" sz="2000">
                        <a:solidFill>
                          <a:srgbClr val="ACDCEC"/>
                        </a:solidFill>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828811443"/>
                  </a:ext>
                </a:extLst>
              </a:tr>
              <a:tr h="253682">
                <a:tc>
                  <a:txBody>
                    <a:bodyPr/>
                    <a:lstStyle/>
                    <a:p>
                      <a:pPr marL="0" marR="0" fontAlgn="t">
                        <a:lnSpc>
                          <a:spcPts val="1800"/>
                        </a:lnSpc>
                        <a:spcBef>
                          <a:spcPts val="0"/>
                        </a:spcBef>
                        <a:spcAft>
                          <a:spcPts val="0"/>
                        </a:spcAft>
                      </a:pPr>
                      <a:r>
                        <a:rPr lang="zh-CN" sz="2000">
                          <a:solidFill>
                            <a:srgbClr val="ACDCEC"/>
                          </a:solidFill>
                          <a:effectLst/>
                          <a:latin typeface="Consolas" panose="020B0609020204030204" pitchFamily="49" charset="0"/>
                        </a:rPr>
                        <a:t>                &lt;td&gt;</a:t>
                      </a:r>
                      <a:r>
                        <a:rPr lang="x-none" sz="2000">
                          <a:solidFill>
                            <a:srgbClr val="ACDCEC"/>
                          </a:solidFill>
                          <a:effectLst/>
                          <a:latin typeface="Consolas" panose="020B0609020204030204" pitchFamily="49" charset="0"/>
                        </a:rPr>
                        <a:t>${data.aq}</a:t>
                      </a:r>
                      <a:r>
                        <a:rPr lang="zh-CN" sz="2000">
                          <a:solidFill>
                            <a:srgbClr val="ACDCEC"/>
                          </a:solidFill>
                          <a:effectLst/>
                          <a:latin typeface="Consolas" panose="020B0609020204030204" pitchFamily="49" charset="0"/>
                        </a:rPr>
                        <a:t>&lt;/td&gt;  </a:t>
                      </a:r>
                      <a:endParaRPr lang="en-US" sz="2000">
                        <a:solidFill>
                          <a:srgbClr val="ACDCEC"/>
                        </a:solidFill>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06922894"/>
                  </a:ext>
                </a:extLst>
              </a:tr>
              <a:tr h="253682">
                <a:tc>
                  <a:txBody>
                    <a:bodyPr/>
                    <a:lstStyle/>
                    <a:p>
                      <a:pPr marL="0" marR="0" fontAlgn="t">
                        <a:lnSpc>
                          <a:spcPts val="1800"/>
                        </a:lnSpc>
                        <a:spcBef>
                          <a:spcPts val="0"/>
                        </a:spcBef>
                        <a:spcAft>
                          <a:spcPts val="0"/>
                        </a:spcAft>
                      </a:pPr>
                      <a:r>
                        <a:rPr lang="zh-CN" sz="2000">
                          <a:solidFill>
                            <a:srgbClr val="ACDCEC"/>
                          </a:solidFill>
                          <a:effectLst/>
                          <a:latin typeface="Consolas" panose="020B0609020204030204" pitchFamily="49" charset="0"/>
                        </a:rPr>
                        <a:t>                &lt;td&gt;</a:t>
                      </a:r>
                      <a:r>
                        <a:rPr lang="x-none" sz="2000">
                          <a:solidFill>
                            <a:srgbClr val="ACDCEC"/>
                          </a:solidFill>
                          <a:effectLst/>
                          <a:latin typeface="Consolas" panose="020B0609020204030204" pitchFamily="49" charset="0"/>
                        </a:rPr>
                        <a:t>${data.b}</a:t>
                      </a:r>
                      <a:r>
                        <a:rPr lang="zh-CN" sz="2000">
                          <a:solidFill>
                            <a:srgbClr val="ACDCEC"/>
                          </a:solidFill>
                          <a:effectLst/>
                          <a:latin typeface="Consolas" panose="020B0609020204030204" pitchFamily="49" charset="0"/>
                        </a:rPr>
                        <a:t>&lt;/td&gt;  </a:t>
                      </a:r>
                      <a:endParaRPr lang="en-US" sz="2000">
                        <a:solidFill>
                          <a:srgbClr val="ACDCEC"/>
                        </a:solidFill>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14105307"/>
                  </a:ext>
                </a:extLst>
              </a:tr>
              <a:tr h="253682">
                <a:tc>
                  <a:txBody>
                    <a:bodyPr/>
                    <a:lstStyle/>
                    <a:p>
                      <a:pPr marL="0" marR="0" fontAlgn="t">
                        <a:lnSpc>
                          <a:spcPts val="1800"/>
                        </a:lnSpc>
                        <a:spcBef>
                          <a:spcPts val="0"/>
                        </a:spcBef>
                        <a:spcAft>
                          <a:spcPts val="0"/>
                        </a:spcAft>
                      </a:pPr>
                      <a:r>
                        <a:rPr lang="zh-CN" sz="2000">
                          <a:solidFill>
                            <a:srgbClr val="ACDCEC"/>
                          </a:solidFill>
                          <a:effectLst/>
                          <a:latin typeface="Consolas" panose="020B0609020204030204" pitchFamily="49" charset="0"/>
                        </a:rPr>
                        <a:t>                &lt;td&gt;</a:t>
                      </a:r>
                      <a:r>
                        <a:rPr lang="x-none" sz="2000">
                          <a:solidFill>
                            <a:srgbClr val="ACDCEC"/>
                          </a:solidFill>
                          <a:effectLst/>
                          <a:latin typeface="Consolas" panose="020B0609020204030204" pitchFamily="49" charset="0"/>
                        </a:rPr>
                        <a:t>${data.bq}</a:t>
                      </a:r>
                      <a:r>
                        <a:rPr lang="zh-CN" sz="2000">
                          <a:solidFill>
                            <a:srgbClr val="ACDCEC"/>
                          </a:solidFill>
                          <a:effectLst/>
                          <a:latin typeface="Consolas" panose="020B0609020204030204" pitchFamily="49" charset="0"/>
                        </a:rPr>
                        <a:t>&lt;/td&gt;  </a:t>
                      </a:r>
                      <a:endParaRPr lang="en-US" sz="2000">
                        <a:solidFill>
                          <a:srgbClr val="ACDCEC"/>
                        </a:solidFill>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2746543994"/>
                  </a:ext>
                </a:extLst>
              </a:tr>
              <a:tr h="253682">
                <a:tc>
                  <a:txBody>
                    <a:bodyPr/>
                    <a:lstStyle/>
                    <a:p>
                      <a:pPr marL="0" marR="0" fontAlgn="t">
                        <a:lnSpc>
                          <a:spcPts val="1800"/>
                        </a:lnSpc>
                        <a:spcBef>
                          <a:spcPts val="0"/>
                        </a:spcBef>
                        <a:spcAft>
                          <a:spcPts val="0"/>
                        </a:spcAft>
                      </a:pPr>
                      <a:r>
                        <a:rPr lang="zh-CN" sz="2000" dirty="0">
                          <a:solidFill>
                            <a:srgbClr val="ACDCEC"/>
                          </a:solidFill>
                          <a:effectLst/>
                          <a:latin typeface="Consolas" panose="020B0609020204030204" pitchFamily="49" charset="0"/>
                        </a:rPr>
                        <a:t>                &lt;td&gt;</a:t>
                      </a:r>
                      <a:r>
                        <a:rPr lang="x-none" sz="2000" dirty="0">
                          <a:solidFill>
                            <a:srgbClr val="ACDCEC"/>
                          </a:solidFill>
                          <a:effectLst/>
                          <a:latin typeface="Consolas" panose="020B0609020204030204" pitchFamily="49" charset="0"/>
                        </a:rPr>
                        <a:t>${data.base}</a:t>
                      </a:r>
                      <a:r>
                        <a:rPr lang="zh-CN" sz="2000" dirty="0">
                          <a:solidFill>
                            <a:srgbClr val="ACDCEC"/>
                          </a:solidFill>
                          <a:effectLst/>
                          <a:latin typeface="Consolas" panose="020B0609020204030204" pitchFamily="49" charset="0"/>
                        </a:rPr>
                        <a:t>&lt;/td&gt;  </a:t>
                      </a:r>
                      <a:endParaRPr lang="en-US" sz="2000" dirty="0">
                        <a:solidFill>
                          <a:srgbClr val="ACDCEC"/>
                        </a:solidFill>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342781844"/>
                  </a:ext>
                </a:extLst>
              </a:tr>
              <a:tr h="253682">
                <a:tc>
                  <a:txBody>
                    <a:bodyPr/>
                    <a:lstStyle/>
                    <a:p>
                      <a:pPr marL="0" marR="0" fontAlgn="t">
                        <a:lnSpc>
                          <a:spcPts val="1800"/>
                        </a:lnSpc>
                        <a:spcBef>
                          <a:spcPts val="0"/>
                        </a:spcBef>
                        <a:spcAft>
                          <a:spcPts val="0"/>
                        </a:spcAft>
                      </a:pPr>
                      <a:r>
                        <a:rPr lang="zh-CN" sz="2000">
                          <a:solidFill>
                            <a:srgbClr val="ACDCEC"/>
                          </a:solidFill>
                          <a:effectLst/>
                          <a:latin typeface="Consolas" panose="020B0609020204030204" pitchFamily="49" charset="0"/>
                        </a:rPr>
                        <a:t>                &lt;td&gt;</a:t>
                      </a:r>
                      <a:r>
                        <a:rPr lang="x-none" sz="2000">
                          <a:solidFill>
                            <a:srgbClr val="ACDCEC"/>
                          </a:solidFill>
                          <a:effectLst/>
                          <a:latin typeface="Consolas" panose="020B0609020204030204" pitchFamily="49" charset="0"/>
                        </a:rPr>
                        <a:t>${data.quote_}</a:t>
                      </a:r>
                      <a:r>
                        <a:rPr lang="zh-CN" sz="2000">
                          <a:solidFill>
                            <a:srgbClr val="ACDCEC"/>
                          </a:solidFill>
                          <a:effectLst/>
                          <a:latin typeface="Consolas" panose="020B0609020204030204" pitchFamily="49" charset="0"/>
                        </a:rPr>
                        <a:t>&lt;/td&gt;  </a:t>
                      </a:r>
                      <a:endParaRPr lang="en-US" sz="2000">
                        <a:solidFill>
                          <a:srgbClr val="ACDCEC"/>
                        </a:solidFill>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016922816"/>
                  </a:ext>
                </a:extLst>
              </a:tr>
              <a:tr h="253682">
                <a:tc>
                  <a:txBody>
                    <a:bodyPr/>
                    <a:lstStyle/>
                    <a:p>
                      <a:pPr marL="0" marR="0" fontAlgn="t">
                        <a:lnSpc>
                          <a:spcPts val="1800"/>
                        </a:lnSpc>
                        <a:spcBef>
                          <a:spcPts val="0"/>
                        </a:spcBef>
                        <a:spcAft>
                          <a:spcPts val="0"/>
                        </a:spcAft>
                      </a:pPr>
                      <a:r>
                        <a:rPr lang="zh-CN" sz="2000">
                          <a:solidFill>
                            <a:srgbClr val="ACDCEC"/>
                          </a:solidFill>
                          <a:effectLst/>
                          <a:latin typeface="Consolas" panose="020B0609020204030204" pitchFamily="49" charset="0"/>
                        </a:rPr>
                        <a:t>            `</a:t>
                      </a:r>
                      <a:r>
                        <a:rPr lang="zh-CN" sz="2000">
                          <a:solidFill>
                            <a:srgbClr val="D1D4DB"/>
                          </a:solidFill>
                          <a:effectLst/>
                          <a:latin typeface="Consolas" panose="020B0609020204030204" pitchFamily="49" charset="0"/>
                        </a:rPr>
                        <a:t>;  </a:t>
                      </a:r>
                      <a:endParaRPr lang="zh-CN" sz="200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96917428"/>
                  </a:ext>
                </a:extLst>
              </a:tr>
              <a:tr h="253682">
                <a:tc>
                  <a:txBody>
                    <a:bodyPr/>
                    <a:lstStyle/>
                    <a:p>
                      <a:pPr marL="0" marR="0" fontAlgn="t">
                        <a:lnSpc>
                          <a:spcPts val="1800"/>
                        </a:lnSpc>
                        <a:spcBef>
                          <a:spcPts val="0"/>
                        </a:spcBef>
                        <a:spcAft>
                          <a:spcPts val="0"/>
                        </a:spcAft>
                      </a:pPr>
                      <a:r>
                        <a:rPr lang="zh-CN" sz="2000">
                          <a:solidFill>
                            <a:srgbClr val="D1D4DB"/>
                          </a:solidFill>
                          <a:effectLst/>
                          <a:latin typeface="Consolas" panose="020B0609020204030204" pitchFamily="49" charset="0"/>
                        </a:rPr>
                        <a:t>}, </a:t>
                      </a:r>
                      <a:r>
                        <a:rPr lang="x-none" sz="2000">
                          <a:solidFill>
                            <a:srgbClr val="E8D05E"/>
                          </a:solidFill>
                          <a:effectLst/>
                          <a:latin typeface="Consolas" panose="020B0609020204030204" pitchFamily="49" charset="0"/>
                        </a:rPr>
                        <a:t>1000</a:t>
                      </a:r>
                      <a:r>
                        <a:rPr lang="zh-CN" sz="2000">
                          <a:solidFill>
                            <a:srgbClr val="D1D4DB"/>
                          </a:solidFill>
                          <a:effectLst/>
                          <a:latin typeface="Consolas" panose="020B0609020204030204" pitchFamily="49" charset="0"/>
                        </a:rPr>
                        <a:t>); </a:t>
                      </a:r>
                      <a:r>
                        <a:rPr lang="x-none" sz="2000">
                          <a:solidFill>
                            <a:srgbClr val="D6D4BE"/>
                          </a:solidFill>
                          <a:effectLst/>
                          <a:latin typeface="Consolas" panose="020B0609020204030204" pitchFamily="49" charset="0"/>
                        </a:rPr>
                        <a:t>// Simulate a 1-second delay for loading data  </a:t>
                      </a:r>
                      <a:endParaRPr lang="en-US" sz="2000">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2578330827"/>
                  </a:ext>
                </a:extLst>
              </a:tr>
              <a:tr h="253682">
                <a:tc>
                  <a:txBody>
                    <a:bodyPr/>
                    <a:lstStyle/>
                    <a:p>
                      <a:pPr marL="0" marR="0" fontAlgn="t">
                        <a:lnSpc>
                          <a:spcPts val="1800"/>
                        </a:lnSpc>
                        <a:spcBef>
                          <a:spcPts val="0"/>
                        </a:spcBef>
                        <a:spcAft>
                          <a:spcPts val="0"/>
                        </a:spcAft>
                      </a:pPr>
                      <a:r>
                        <a:rPr lang="zh-CN" sz="2000">
                          <a:solidFill>
                            <a:srgbClr val="F9C9D0"/>
                          </a:solidFill>
                          <a:effectLst/>
                          <a:latin typeface="Consolas" panose="020B0609020204030204" pitchFamily="49" charset="0"/>
                        </a:rPr>
                        <a:t>&lt;/</a:t>
                      </a:r>
                      <a:r>
                        <a:rPr lang="x-none" sz="2000">
                          <a:solidFill>
                            <a:srgbClr val="F9C9D0"/>
                          </a:solidFill>
                          <a:effectLst/>
                          <a:latin typeface="Consolas" panose="020B0609020204030204" pitchFamily="49" charset="0"/>
                        </a:rPr>
                        <a:t>script</a:t>
                      </a:r>
                      <a:r>
                        <a:rPr lang="zh-CN" sz="2000">
                          <a:solidFill>
                            <a:srgbClr val="F9C9D0"/>
                          </a:solidFill>
                          <a:effectLst/>
                          <a:latin typeface="Consolas" panose="020B0609020204030204" pitchFamily="49" charset="0"/>
                        </a:rPr>
                        <a:t>&gt;</a:t>
                      </a:r>
                      <a:endParaRPr lang="en-US" sz="2000">
                        <a:solidFill>
                          <a:srgbClr val="F9C9D0"/>
                        </a:solidFill>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288322288"/>
                  </a:ext>
                </a:extLst>
              </a:tr>
              <a:tr h="253682">
                <a:tc>
                  <a:txBody>
                    <a:bodyPr/>
                    <a:lstStyle/>
                    <a:p>
                      <a:pPr marL="0" marR="0" fontAlgn="t">
                        <a:lnSpc>
                          <a:spcPts val="1800"/>
                        </a:lnSpc>
                        <a:spcBef>
                          <a:spcPts val="0"/>
                        </a:spcBef>
                        <a:spcAft>
                          <a:spcPts val="0"/>
                        </a:spcAft>
                      </a:pPr>
                      <a:r>
                        <a:rPr lang="zh-CN" sz="2000">
                          <a:solidFill>
                            <a:srgbClr val="F9C9D0"/>
                          </a:solidFill>
                          <a:effectLst/>
                          <a:latin typeface="Consolas" panose="020B0609020204030204" pitchFamily="49" charset="0"/>
                        </a:rPr>
                        <a:t>&lt;/</a:t>
                      </a:r>
                      <a:r>
                        <a:rPr lang="x-none" sz="2000">
                          <a:solidFill>
                            <a:srgbClr val="F9C9D0"/>
                          </a:solidFill>
                          <a:effectLst/>
                          <a:latin typeface="Consolas" panose="020B0609020204030204" pitchFamily="49" charset="0"/>
                        </a:rPr>
                        <a:t>body</a:t>
                      </a:r>
                      <a:r>
                        <a:rPr lang="zh-CN" sz="2000">
                          <a:solidFill>
                            <a:srgbClr val="F9C9D0"/>
                          </a:solidFill>
                          <a:effectLst/>
                          <a:latin typeface="Consolas" panose="020B0609020204030204" pitchFamily="49" charset="0"/>
                        </a:rPr>
                        <a:t>&gt;</a:t>
                      </a:r>
                      <a:endParaRPr lang="en-US" sz="2000">
                        <a:solidFill>
                          <a:srgbClr val="F9C9D0"/>
                        </a:solidFill>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659821304"/>
                  </a:ext>
                </a:extLst>
              </a:tr>
              <a:tr h="253682">
                <a:tc>
                  <a:txBody>
                    <a:bodyPr/>
                    <a:lstStyle/>
                    <a:p>
                      <a:pPr marL="0" marR="0" fontAlgn="t">
                        <a:lnSpc>
                          <a:spcPts val="1800"/>
                        </a:lnSpc>
                        <a:spcBef>
                          <a:spcPts val="0"/>
                        </a:spcBef>
                        <a:spcAft>
                          <a:spcPts val="0"/>
                        </a:spcAft>
                      </a:pPr>
                      <a:r>
                        <a:rPr lang="zh-CN" sz="2000" dirty="0">
                          <a:solidFill>
                            <a:srgbClr val="F9C9D0"/>
                          </a:solidFill>
                          <a:effectLst/>
                          <a:latin typeface="Consolas" panose="020B0609020204030204" pitchFamily="49" charset="0"/>
                        </a:rPr>
                        <a:t>&lt;/</a:t>
                      </a:r>
                      <a:r>
                        <a:rPr lang="x-none" sz="2000" dirty="0">
                          <a:solidFill>
                            <a:srgbClr val="F9C9D0"/>
                          </a:solidFill>
                          <a:effectLst/>
                          <a:latin typeface="Consolas" panose="020B0609020204030204" pitchFamily="49" charset="0"/>
                        </a:rPr>
                        <a:t>html</a:t>
                      </a:r>
                      <a:r>
                        <a:rPr lang="zh-CN" sz="2000" dirty="0">
                          <a:solidFill>
                            <a:srgbClr val="F9C9D0"/>
                          </a:solidFill>
                          <a:effectLst/>
                          <a:latin typeface="Consolas" panose="020B0609020204030204" pitchFamily="49" charset="0"/>
                        </a:rPr>
                        <a:t>&gt;</a:t>
                      </a:r>
                      <a:endParaRPr lang="en-US" sz="2000" dirty="0">
                        <a:solidFill>
                          <a:srgbClr val="F9C9D0"/>
                        </a:solidFill>
                        <a:effectLst/>
                        <a:latin typeface="Consolas" panose="020B0609020204030204" pitchFamily="49" charset="0"/>
                      </a:endParaRPr>
                    </a:p>
                  </a:txBody>
                  <a:tcPr marL="22546" marR="22546" marT="22546" marB="22546">
                    <a:lnL>
                      <a:noFill/>
                    </a:lnL>
                    <a:lnR>
                      <a:noFill/>
                    </a:lnR>
                    <a:lnT>
                      <a:noFill/>
                    </a:lnT>
                    <a:lnB>
                      <a:noFill/>
                    </a:lnB>
                    <a:solidFill>
                      <a:srgbClr val="14131B"/>
                    </a:solidFill>
                  </a:tcPr>
                </a:tc>
                <a:extLst>
                  <a:ext uri="{0D108BD9-81ED-4DB2-BD59-A6C34878D82A}">
                    <a16:rowId xmlns:a16="http://schemas.microsoft.com/office/drawing/2014/main" val="3198085673"/>
                  </a:ext>
                </a:extLst>
              </a:tr>
            </a:tbl>
          </a:graphicData>
        </a:graphic>
      </p:graphicFrame>
    </p:spTree>
    <p:extLst>
      <p:ext uri="{BB962C8B-B14F-4D97-AF65-F5344CB8AC3E}">
        <p14:creationId xmlns:p14="http://schemas.microsoft.com/office/powerpoint/2010/main" val="3578669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63506-435D-405D-AA50-7182FE5ED318}"/>
              </a:ext>
            </a:extLst>
          </p:cNvPr>
          <p:cNvSpPr>
            <a:spLocks noGrp="1"/>
          </p:cNvSpPr>
          <p:nvPr>
            <p:ph type="ctrTitle"/>
          </p:nvPr>
        </p:nvSpPr>
        <p:spPr>
          <a:xfrm>
            <a:off x="1524000" y="556591"/>
            <a:ext cx="9144000" cy="1364974"/>
          </a:xfrm>
        </p:spPr>
        <p:txBody>
          <a:bodyPr/>
          <a:lstStyle/>
          <a:p>
            <a:r>
              <a:rPr lang="en-US" dirty="0"/>
              <a:t>Step 4 (10 Minutes)</a:t>
            </a:r>
          </a:p>
        </p:txBody>
      </p:sp>
      <p:sp>
        <p:nvSpPr>
          <p:cNvPr id="3" name="Subtitle 2">
            <a:extLst>
              <a:ext uri="{FF2B5EF4-FFF2-40B4-BE49-F238E27FC236}">
                <a16:creationId xmlns:a16="http://schemas.microsoft.com/office/drawing/2014/main" id="{D1757C09-984E-4639-AD9A-F70AED7CC054}"/>
              </a:ext>
            </a:extLst>
          </p:cNvPr>
          <p:cNvSpPr>
            <a:spLocks noGrp="1"/>
          </p:cNvSpPr>
          <p:nvPr>
            <p:ph type="subTitle" idx="1"/>
          </p:nvPr>
        </p:nvSpPr>
        <p:spPr>
          <a:xfrm>
            <a:off x="1524000" y="2160104"/>
            <a:ext cx="9144000" cy="2951923"/>
          </a:xfrm>
        </p:spPr>
        <p:txBody>
          <a:bodyPr/>
          <a:lstStyle/>
          <a:p>
            <a:pPr algn="l"/>
            <a:r>
              <a:rPr lang="en-US" dirty="0"/>
              <a:t>Open the market_data.html file, display the page in the browser, and wait for the data to load.</a:t>
            </a:r>
          </a:p>
          <a:p>
            <a:pPr algn="l"/>
            <a:r>
              <a:rPr lang="en-US" dirty="0"/>
              <a:t>Understand how to retrieve data from the database, how to display data in HTML, and how to use JavaScript to implement asynchronous data loading.</a:t>
            </a:r>
          </a:p>
        </p:txBody>
      </p:sp>
    </p:spTree>
    <p:extLst>
      <p:ext uri="{BB962C8B-B14F-4D97-AF65-F5344CB8AC3E}">
        <p14:creationId xmlns:p14="http://schemas.microsoft.com/office/powerpoint/2010/main" val="1893553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DF8AA3E-E17E-4FBE-880E-72A257F8473F}"/>
              </a:ext>
            </a:extLst>
          </p:cNvPr>
          <p:cNvPicPr>
            <a:picLocks noChangeAspect="1"/>
          </p:cNvPicPr>
          <p:nvPr/>
        </p:nvPicPr>
        <p:blipFill>
          <a:blip r:embed="rId2"/>
          <a:stretch>
            <a:fillRect/>
          </a:stretch>
        </p:blipFill>
        <p:spPr>
          <a:xfrm>
            <a:off x="476250" y="2414587"/>
            <a:ext cx="11239500" cy="2028825"/>
          </a:xfrm>
          <a:prstGeom prst="rect">
            <a:avLst/>
          </a:prstGeom>
        </p:spPr>
      </p:pic>
    </p:spTree>
    <p:extLst>
      <p:ext uri="{BB962C8B-B14F-4D97-AF65-F5344CB8AC3E}">
        <p14:creationId xmlns:p14="http://schemas.microsoft.com/office/powerpoint/2010/main" val="1387889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1C896-59B0-40F5-B922-B6DD14869AA8}"/>
              </a:ext>
            </a:extLst>
          </p:cNvPr>
          <p:cNvSpPr>
            <a:spLocks noGrp="1"/>
          </p:cNvSpPr>
          <p:nvPr>
            <p:ph type="ctrTitle"/>
          </p:nvPr>
        </p:nvSpPr>
        <p:spPr>
          <a:xfrm>
            <a:off x="1524000" y="0"/>
            <a:ext cx="9144000" cy="2387600"/>
          </a:xfrm>
        </p:spPr>
        <p:txBody>
          <a:bodyPr/>
          <a:lstStyle/>
          <a:p>
            <a:r>
              <a:rPr lang="en-US" altLang="zh-CN" dirty="0"/>
              <a:t>One More Thing</a:t>
            </a:r>
            <a:endParaRPr lang="en-US" dirty="0"/>
          </a:p>
        </p:txBody>
      </p:sp>
      <p:sp>
        <p:nvSpPr>
          <p:cNvPr id="3" name="Subtitle 2">
            <a:extLst>
              <a:ext uri="{FF2B5EF4-FFF2-40B4-BE49-F238E27FC236}">
                <a16:creationId xmlns:a16="http://schemas.microsoft.com/office/drawing/2014/main" id="{70D73B30-378C-447A-B6A0-8CCB0BF66A7B}"/>
              </a:ext>
            </a:extLst>
          </p:cNvPr>
          <p:cNvSpPr>
            <a:spLocks noGrp="1"/>
          </p:cNvSpPr>
          <p:nvPr>
            <p:ph type="subTitle" idx="1"/>
          </p:nvPr>
        </p:nvSpPr>
        <p:spPr>
          <a:xfrm>
            <a:off x="1524000" y="2601119"/>
            <a:ext cx="9144000" cy="1655762"/>
          </a:xfrm>
        </p:spPr>
        <p:txBody>
          <a:bodyPr/>
          <a:lstStyle/>
          <a:p>
            <a:pPr algn="l"/>
            <a:r>
              <a:rPr lang="en-US" dirty="0"/>
              <a:t>As the preparation for Lab 6, please download and install Ubuntu in VirtualBox before the start of Lab 6 to ensure you have enough time for Hadoop practice.</a:t>
            </a:r>
          </a:p>
          <a:p>
            <a:pPr algn="l"/>
            <a:endParaRPr lang="en-US" dirty="0"/>
          </a:p>
          <a:p>
            <a:pPr algn="l"/>
            <a:r>
              <a:rPr lang="en-US" dirty="0"/>
              <a:t>You can download the Ubuntu ISO from BOX link: </a:t>
            </a:r>
            <a:r>
              <a:rPr lang="en-US" b="0" i="0" dirty="0">
                <a:solidFill>
                  <a:srgbClr val="212529"/>
                </a:solidFill>
                <a:effectLst/>
                <a:latin typeface="-apple-system"/>
                <a:hlinkClick r:id="rId2"/>
              </a:rPr>
              <a:t>https://box.xjtlu.edu.cn/d/99367a125ef4460a90ec/</a:t>
            </a:r>
            <a:r>
              <a:rPr lang="en-US" b="0" i="0" dirty="0">
                <a:solidFill>
                  <a:srgbClr val="212529"/>
                </a:solidFill>
                <a:effectLst/>
                <a:latin typeface="-apple-system"/>
              </a:rPr>
              <a:t> </a:t>
            </a:r>
            <a:endParaRPr lang="en-US" dirty="0"/>
          </a:p>
          <a:p>
            <a:pPr algn="l"/>
            <a:endParaRPr lang="en-US" dirty="0"/>
          </a:p>
          <a:p>
            <a:pPr algn="l"/>
            <a:r>
              <a:rPr lang="en-US" dirty="0"/>
              <a:t>See Lab6.pptx for more details.</a:t>
            </a:r>
          </a:p>
          <a:p>
            <a:r>
              <a:rPr lang="en-US" dirty="0"/>
              <a:t> </a:t>
            </a:r>
          </a:p>
        </p:txBody>
      </p:sp>
    </p:spTree>
    <p:extLst>
      <p:ext uri="{BB962C8B-B14F-4D97-AF65-F5344CB8AC3E}">
        <p14:creationId xmlns:p14="http://schemas.microsoft.com/office/powerpoint/2010/main" val="40174205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311</TotalTime>
  <Words>1678</Words>
  <Application>Microsoft Office PowerPoint</Application>
  <PresentationFormat>Widescreen</PresentationFormat>
  <Paragraphs>115</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-apple-system</vt:lpstr>
      <vt:lpstr>Arial</vt:lpstr>
      <vt:lpstr>Consolas</vt:lpstr>
      <vt:lpstr>Office Theme</vt:lpstr>
      <vt:lpstr>W5-2</vt:lpstr>
      <vt:lpstr>Step 1 (10 Minutes)</vt:lpstr>
      <vt:lpstr>PowerPoint Presentation</vt:lpstr>
      <vt:lpstr>Step 2 (10 Minutes)</vt:lpstr>
      <vt:lpstr>PowerPoint Presentation</vt:lpstr>
      <vt:lpstr>Step 2 (10 Minutes)</vt:lpstr>
      <vt:lpstr>Step 3 (30 Minutes)</vt:lpstr>
      <vt:lpstr>Step 3 (30 Minutes)</vt:lpstr>
      <vt:lpstr>PowerPoint Presentation</vt:lpstr>
      <vt:lpstr>PowerPoint Presentation</vt:lpstr>
      <vt:lpstr>PowerPoint Presentation</vt:lpstr>
      <vt:lpstr>Step 4 (10 Minutes)</vt:lpstr>
      <vt:lpstr>PowerPoint Presentation</vt:lpstr>
      <vt:lpstr>One More Thing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W10-2-1</dc:title>
  <dc:creator>Hejia Qiu</dc:creator>
  <cp:lastModifiedBy>Hejia Qiu</cp:lastModifiedBy>
  <cp:revision>5</cp:revision>
  <dcterms:created xsi:type="dcterms:W3CDTF">2024-11-05T08:41:33Z</dcterms:created>
  <dcterms:modified xsi:type="dcterms:W3CDTF">2025-10-15T01:47:16Z</dcterms:modified>
</cp:coreProperties>
</file>