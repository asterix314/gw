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7"/>
  </p:notesMasterIdLst>
  <p:sldIdLst>
    <p:sldId id="320" r:id="rId3"/>
    <p:sldId id="321" r:id="rId4"/>
    <p:sldId id="256" r:id="rId5"/>
    <p:sldId id="259" r:id="rId6"/>
    <p:sldId id="268" r:id="rId7"/>
    <p:sldId id="269" r:id="rId8"/>
    <p:sldId id="296" r:id="rId9"/>
    <p:sldId id="290" r:id="rId10"/>
    <p:sldId id="342" r:id="rId11"/>
    <p:sldId id="346" r:id="rId12"/>
    <p:sldId id="344" r:id="rId13"/>
    <p:sldId id="345" r:id="rId14"/>
    <p:sldId id="281" r:id="rId15"/>
    <p:sldId id="282" r:id="rId16"/>
    <p:sldId id="314" r:id="rId17"/>
    <p:sldId id="283" r:id="rId18"/>
    <p:sldId id="315" r:id="rId19"/>
    <p:sldId id="284" r:id="rId20"/>
    <p:sldId id="313" r:id="rId21"/>
    <p:sldId id="316" r:id="rId22"/>
    <p:sldId id="289" r:id="rId23"/>
    <p:sldId id="317" r:id="rId24"/>
    <p:sldId id="322" r:id="rId25"/>
    <p:sldId id="324" r:id="rId26"/>
    <p:sldId id="325" r:id="rId27"/>
    <p:sldId id="326" r:id="rId28"/>
    <p:sldId id="323" r:id="rId29"/>
    <p:sldId id="328" r:id="rId30"/>
    <p:sldId id="329" r:id="rId31"/>
    <p:sldId id="330" r:id="rId32"/>
    <p:sldId id="331" r:id="rId33"/>
    <p:sldId id="333" r:id="rId34"/>
    <p:sldId id="334" r:id="rId35"/>
    <p:sldId id="338" r:id="rId36"/>
    <p:sldId id="335" r:id="rId37"/>
    <p:sldId id="339" r:id="rId38"/>
    <p:sldId id="336" r:id="rId39"/>
    <p:sldId id="340" r:id="rId40"/>
    <p:sldId id="337" r:id="rId41"/>
    <p:sldId id="341" r:id="rId42"/>
    <p:sldId id="332" r:id="rId43"/>
    <p:sldId id="318" r:id="rId44"/>
    <p:sldId id="319" r:id="rId45"/>
    <p:sldId id="28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544"/>
    <a:srgbClr val="C7BAE5"/>
    <a:srgbClr val="F4E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jia Qiu" userId="11330c03-db52-4a21-b136-9dc8d2118c1f" providerId="ADAL" clId="{045271D5-DBC7-4BD7-AD90-E3985A09B9F4}"/>
    <pc:docChg chg="custSel addSld delSld modSld sldOrd">
      <pc:chgData name="Hejia Qiu" userId="11330c03-db52-4a21-b136-9dc8d2118c1f" providerId="ADAL" clId="{045271D5-DBC7-4BD7-AD90-E3985A09B9F4}" dt="2025-09-01T09:12:43.250" v="823" actId="20577"/>
      <pc:docMkLst>
        <pc:docMk/>
      </pc:docMkLst>
      <pc:sldChg chg="modSp add mod">
        <pc:chgData name="Hejia Qiu" userId="11330c03-db52-4a21-b136-9dc8d2118c1f" providerId="ADAL" clId="{045271D5-DBC7-4BD7-AD90-E3985A09B9F4}" dt="2025-09-01T09:03:44.642" v="679" actId="20577"/>
        <pc:sldMkLst>
          <pc:docMk/>
          <pc:sldMk cId="4090767364" sldId="256"/>
        </pc:sldMkLst>
        <pc:spChg chg="mod">
          <ac:chgData name="Hejia Qiu" userId="11330c03-db52-4a21-b136-9dc8d2118c1f" providerId="ADAL" clId="{045271D5-DBC7-4BD7-AD90-E3985A09B9F4}" dt="2025-09-01T09:03:23.145" v="652" actId="20577"/>
          <ac:spMkLst>
            <pc:docMk/>
            <pc:sldMk cId="4090767364" sldId="256"/>
            <ac:spMk id="2" creationId="{840A492D-B58B-4FA1-982B-A5B7DA6E255F}"/>
          </ac:spMkLst>
        </pc:spChg>
        <pc:spChg chg="mod">
          <ac:chgData name="Hejia Qiu" userId="11330c03-db52-4a21-b136-9dc8d2118c1f" providerId="ADAL" clId="{045271D5-DBC7-4BD7-AD90-E3985A09B9F4}" dt="2025-09-01T09:03:44.642" v="679" actId="20577"/>
          <ac:spMkLst>
            <pc:docMk/>
            <pc:sldMk cId="4090767364" sldId="256"/>
            <ac:spMk id="3" creationId="{C84021D8-65CF-4934-8D6B-0829E387CC11}"/>
          </ac:spMkLst>
        </pc:spChg>
      </pc:sldChg>
      <pc:sldChg chg="delSp modSp mod">
        <pc:chgData name="Hejia Qiu" userId="11330c03-db52-4a21-b136-9dc8d2118c1f" providerId="ADAL" clId="{045271D5-DBC7-4BD7-AD90-E3985A09B9F4}" dt="2025-09-01T09:05:20.478" v="697" actId="1076"/>
        <pc:sldMkLst>
          <pc:docMk/>
          <pc:sldMk cId="0" sldId="259"/>
        </pc:sldMkLst>
        <pc:spChg chg="mod">
          <ac:chgData name="Hejia Qiu" userId="11330c03-db52-4a21-b136-9dc8d2118c1f" providerId="ADAL" clId="{045271D5-DBC7-4BD7-AD90-E3985A09B9F4}" dt="2025-09-01T09:05:20.478" v="697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5:17.148" v="696" actId="1076"/>
          <ac:spMkLst>
            <pc:docMk/>
            <pc:sldMk cId="0" sldId="259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4:32.576" v="681" actId="478"/>
          <ac:grpSpMkLst>
            <pc:docMk/>
            <pc:sldMk cId="0" sldId="259"/>
            <ac:grpSpMk id="10" creationId="{00000000-0000-0000-0000-000000000000}"/>
          </ac:grpSpMkLst>
        </pc:grpChg>
      </pc:sldChg>
      <pc:sldChg chg="modSp del mod">
        <pc:chgData name="Hejia Qiu" userId="11330c03-db52-4a21-b136-9dc8d2118c1f" providerId="ADAL" clId="{045271D5-DBC7-4BD7-AD90-E3985A09B9F4}" dt="2025-09-01T09:04:07.193" v="680" actId="47"/>
        <pc:sldMkLst>
          <pc:docMk/>
          <pc:sldMk cId="0" sldId="267"/>
        </pc:sldMkLst>
        <pc:spChg chg="mod">
          <ac:chgData name="Hejia Qiu" userId="11330c03-db52-4a21-b136-9dc8d2118c1f" providerId="ADAL" clId="{045271D5-DBC7-4BD7-AD90-E3985A09B9F4}" dt="2025-09-01T07:40:53.197" v="11" actId="20577"/>
          <ac:spMkLst>
            <pc:docMk/>
            <pc:sldMk cId="0" sldId="267"/>
            <ac:spMk id="11" creationId="{00000000-0000-0000-0000-000000000000}"/>
          </ac:spMkLst>
        </pc:spChg>
      </pc:sldChg>
      <pc:sldChg chg="delSp modSp mod">
        <pc:chgData name="Hejia Qiu" userId="11330c03-db52-4a21-b136-9dc8d2118c1f" providerId="ADAL" clId="{045271D5-DBC7-4BD7-AD90-E3985A09B9F4}" dt="2025-09-01T09:05:31.211" v="699" actId="1076"/>
        <pc:sldMkLst>
          <pc:docMk/>
          <pc:sldMk cId="0" sldId="268"/>
        </pc:sldMkLst>
        <pc:spChg chg="mod">
          <ac:chgData name="Hejia Qiu" userId="11330c03-db52-4a21-b136-9dc8d2118c1f" providerId="ADAL" clId="{045271D5-DBC7-4BD7-AD90-E3985A09B9F4}" dt="2025-09-01T09:05:31.211" v="699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5:31.211" v="699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5:31.211" v="699" actId="1076"/>
          <ac:spMkLst>
            <pc:docMk/>
            <pc:sldMk cId="0" sldId="268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5:25.854" v="698" actId="478"/>
          <ac:grpSpMkLst>
            <pc:docMk/>
            <pc:sldMk cId="0" sldId="268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5:45.187" v="701" actId="1076"/>
        <pc:sldMkLst>
          <pc:docMk/>
          <pc:sldMk cId="0" sldId="269"/>
        </pc:sldMkLst>
        <pc:spChg chg="mod">
          <ac:chgData name="Hejia Qiu" userId="11330c03-db52-4a21-b136-9dc8d2118c1f" providerId="ADAL" clId="{045271D5-DBC7-4BD7-AD90-E3985A09B9F4}" dt="2025-09-01T09:05:45.187" v="701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5:45.187" v="701" actId="1076"/>
          <ac:spMkLst>
            <pc:docMk/>
            <pc:sldMk cId="0" sldId="269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5:40.938" v="700" actId="478"/>
          <ac:grpSpMkLst>
            <pc:docMk/>
            <pc:sldMk cId="0" sldId="269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6:04.475" v="707" actId="1076"/>
        <pc:sldMkLst>
          <pc:docMk/>
          <pc:sldMk cId="0" sldId="270"/>
        </pc:sldMkLst>
        <pc:spChg chg="mod">
          <ac:chgData name="Hejia Qiu" userId="11330c03-db52-4a21-b136-9dc8d2118c1f" providerId="ADAL" clId="{045271D5-DBC7-4BD7-AD90-E3985A09B9F4}" dt="2025-09-01T09:06:04.475" v="707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6:04.475" v="707" actId="1076"/>
          <ac:spMkLst>
            <pc:docMk/>
            <pc:sldMk cId="0" sldId="270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5:59.663" v="706" actId="478"/>
          <ac:grpSpMkLst>
            <pc:docMk/>
            <pc:sldMk cId="0" sldId="270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6:26.475" v="713" actId="1076"/>
        <pc:sldMkLst>
          <pc:docMk/>
          <pc:sldMk cId="0" sldId="271"/>
        </pc:sldMkLst>
        <pc:spChg chg="mod">
          <ac:chgData name="Hejia Qiu" userId="11330c03-db52-4a21-b136-9dc8d2118c1f" providerId="ADAL" clId="{045271D5-DBC7-4BD7-AD90-E3985A09B9F4}" dt="2025-09-01T09:06:26.475" v="713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6:26.475" v="713" actId="1076"/>
          <ac:spMkLst>
            <pc:docMk/>
            <pc:sldMk cId="0" sldId="271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6:23.539" v="712" actId="478"/>
          <ac:grpSpMkLst>
            <pc:docMk/>
            <pc:sldMk cId="0" sldId="271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6:38.717" v="717" actId="1076"/>
        <pc:sldMkLst>
          <pc:docMk/>
          <pc:sldMk cId="0" sldId="272"/>
        </pc:sldMkLst>
        <pc:spChg chg="mod">
          <ac:chgData name="Hejia Qiu" userId="11330c03-db52-4a21-b136-9dc8d2118c1f" providerId="ADAL" clId="{045271D5-DBC7-4BD7-AD90-E3985A09B9F4}" dt="2025-09-01T09:06:38.717" v="717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6:38.717" v="717" actId="1076"/>
          <ac:spMkLst>
            <pc:docMk/>
            <pc:sldMk cId="0" sldId="272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6:34.891" v="716" actId="478"/>
          <ac:grpSpMkLst>
            <pc:docMk/>
            <pc:sldMk cId="0" sldId="272"/>
            <ac:grpSpMk id="10" creationId="{00000000-0000-0000-0000-000000000000}"/>
          </ac:grpSpMkLst>
        </pc:grpChg>
      </pc:sldChg>
      <pc:sldChg chg="delSp mod">
        <pc:chgData name="Hejia Qiu" userId="11330c03-db52-4a21-b136-9dc8d2118c1f" providerId="ADAL" clId="{045271D5-DBC7-4BD7-AD90-E3985A09B9F4}" dt="2025-09-01T09:07:23.421" v="728" actId="478"/>
        <pc:sldMkLst>
          <pc:docMk/>
          <pc:sldMk cId="0" sldId="273"/>
        </pc:sldMkLst>
        <pc:grpChg chg="del">
          <ac:chgData name="Hejia Qiu" userId="11330c03-db52-4a21-b136-9dc8d2118c1f" providerId="ADAL" clId="{045271D5-DBC7-4BD7-AD90-E3985A09B9F4}" dt="2025-09-01T09:07:23.421" v="728" actId="478"/>
          <ac:grpSpMkLst>
            <pc:docMk/>
            <pc:sldMk cId="0" sldId="273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7:43.339" v="734" actId="1076"/>
        <pc:sldMkLst>
          <pc:docMk/>
          <pc:sldMk cId="0" sldId="274"/>
        </pc:sldMkLst>
        <pc:spChg chg="mod">
          <ac:chgData name="Hejia Qiu" userId="11330c03-db52-4a21-b136-9dc8d2118c1f" providerId="ADAL" clId="{045271D5-DBC7-4BD7-AD90-E3985A09B9F4}" dt="2025-09-01T09:07:43.339" v="734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43.339" v="734" actId="1076"/>
          <ac:spMkLst>
            <pc:docMk/>
            <pc:sldMk cId="0" sldId="274"/>
            <ac:spMk id="3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43.339" v="734" actId="107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43.339" v="734" actId="1076"/>
          <ac:spMkLst>
            <pc:docMk/>
            <pc:sldMk cId="0" sldId="274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7:39.591" v="733" actId="478"/>
          <ac:grpSpMkLst>
            <pc:docMk/>
            <pc:sldMk cId="0" sldId="274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7:48.005" v="736" actId="478"/>
        <pc:sldMkLst>
          <pc:docMk/>
          <pc:sldMk cId="0" sldId="275"/>
        </pc:sldMkLst>
        <pc:spChg chg="mod">
          <ac:chgData name="Hejia Qiu" userId="11330c03-db52-4a21-b136-9dc8d2118c1f" providerId="ADAL" clId="{045271D5-DBC7-4BD7-AD90-E3985A09B9F4}" dt="2025-09-01T07:45:13.042" v="218" actId="20577"/>
          <ac:spMkLst>
            <pc:docMk/>
            <pc:sldMk cId="0" sldId="275"/>
            <ac:spMk id="2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7:48.005" v="736" actId="478"/>
          <ac:grpSpMkLst>
            <pc:docMk/>
            <pc:sldMk cId="0" sldId="275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7:56.036" v="740" actId="1076"/>
        <pc:sldMkLst>
          <pc:docMk/>
          <pc:sldMk cId="0" sldId="276"/>
        </pc:sldMkLst>
        <pc:spChg chg="mod">
          <ac:chgData name="Hejia Qiu" userId="11330c03-db52-4a21-b136-9dc8d2118c1f" providerId="ADAL" clId="{045271D5-DBC7-4BD7-AD90-E3985A09B9F4}" dt="2025-09-01T09:07:56.036" v="740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56.036" v="740" actId="107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56.036" v="740" actId="1076"/>
          <ac:spMkLst>
            <pc:docMk/>
            <pc:sldMk cId="0" sldId="276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7:53.934" v="739" actId="478"/>
          <ac:grpSpMkLst>
            <pc:docMk/>
            <pc:sldMk cId="0" sldId="276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8:12.006" v="745" actId="20577"/>
        <pc:sldMkLst>
          <pc:docMk/>
          <pc:sldMk cId="0" sldId="277"/>
        </pc:sldMkLst>
        <pc:spChg chg="mod">
          <ac:chgData name="Hejia Qiu" userId="11330c03-db52-4a21-b136-9dc8d2118c1f" providerId="ADAL" clId="{045271D5-DBC7-4BD7-AD90-E3985A09B9F4}" dt="2025-09-01T09:08:10.859" v="744" actId="1076"/>
          <ac:spMkLst>
            <pc:docMk/>
            <pc:sldMk cId="0" sldId="277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8:10.859" v="744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8:12.006" v="745" actId="20577"/>
          <ac:spMkLst>
            <pc:docMk/>
            <pc:sldMk cId="0" sldId="277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8:05.387" v="743" actId="478"/>
          <ac:grpSpMkLst>
            <pc:docMk/>
            <pc:sldMk cId="0" sldId="277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8:27.156" v="750" actId="1076"/>
        <pc:sldMkLst>
          <pc:docMk/>
          <pc:sldMk cId="0" sldId="278"/>
        </pc:sldMkLst>
        <pc:spChg chg="mod">
          <ac:chgData name="Hejia Qiu" userId="11330c03-db52-4a21-b136-9dc8d2118c1f" providerId="ADAL" clId="{045271D5-DBC7-4BD7-AD90-E3985A09B9F4}" dt="2025-09-01T09:08:27.156" v="750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8:27.156" v="750" actId="1076"/>
          <ac:spMkLst>
            <pc:docMk/>
            <pc:sldMk cId="0" sldId="278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8:23.745" v="749" actId="478"/>
          <ac:grpSpMkLst>
            <pc:docMk/>
            <pc:sldMk cId="0" sldId="278"/>
            <ac:grpSpMk id="10" creationId="{00000000-0000-0000-0000-000000000000}"/>
          </ac:grpSpMkLst>
        </pc:grpChg>
      </pc:sldChg>
      <pc:sldChg chg="delSp mod">
        <pc:chgData name="Hejia Qiu" userId="11330c03-db52-4a21-b136-9dc8d2118c1f" providerId="ADAL" clId="{045271D5-DBC7-4BD7-AD90-E3985A09B9F4}" dt="2025-09-01T09:08:31.041" v="751" actId="478"/>
        <pc:sldMkLst>
          <pc:docMk/>
          <pc:sldMk cId="0" sldId="279"/>
        </pc:sldMkLst>
        <pc:grpChg chg="del">
          <ac:chgData name="Hejia Qiu" userId="11330c03-db52-4a21-b136-9dc8d2118c1f" providerId="ADAL" clId="{045271D5-DBC7-4BD7-AD90-E3985A09B9F4}" dt="2025-09-01T09:08:31.041" v="751" actId="478"/>
          <ac:grpSpMkLst>
            <pc:docMk/>
            <pc:sldMk cId="0" sldId="279"/>
            <ac:grpSpMk id="10" creationId="{00000000-0000-0000-0000-000000000000}"/>
          </ac:grpSpMkLst>
        </pc:grpChg>
      </pc:sldChg>
      <pc:sldChg chg="delSp mod">
        <pc:chgData name="Hejia Qiu" userId="11330c03-db52-4a21-b136-9dc8d2118c1f" providerId="ADAL" clId="{045271D5-DBC7-4BD7-AD90-E3985A09B9F4}" dt="2025-09-01T09:08:34.170" v="753" actId="478"/>
        <pc:sldMkLst>
          <pc:docMk/>
          <pc:sldMk cId="0" sldId="280"/>
        </pc:sldMkLst>
        <pc:grpChg chg="del">
          <ac:chgData name="Hejia Qiu" userId="11330c03-db52-4a21-b136-9dc8d2118c1f" providerId="ADAL" clId="{045271D5-DBC7-4BD7-AD90-E3985A09B9F4}" dt="2025-09-01T09:08:34.170" v="753" actId="478"/>
          <ac:grpSpMkLst>
            <pc:docMk/>
            <pc:sldMk cId="0" sldId="280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12:06.631" v="815" actId="20577"/>
        <pc:sldMkLst>
          <pc:docMk/>
          <pc:sldMk cId="0" sldId="281"/>
        </pc:sldMkLst>
        <pc:spChg chg="mod">
          <ac:chgData name="Hejia Qiu" userId="11330c03-db52-4a21-b136-9dc8d2118c1f" providerId="ADAL" clId="{045271D5-DBC7-4BD7-AD90-E3985A09B9F4}" dt="2025-09-01T09:08:38.219" v="755" actId="1076"/>
          <ac:spMkLst>
            <pc:docMk/>
            <pc:sldMk cId="0" sldId="281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2:06.631" v="815" actId="20577"/>
          <ac:spMkLst>
            <pc:docMk/>
            <pc:sldMk cId="0" sldId="281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8:38.219" v="755" actId="1076"/>
          <ac:spMkLst>
            <pc:docMk/>
            <pc:sldMk cId="0" sldId="281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8:35.507" v="754" actId="478"/>
          <ac:grpSpMkLst>
            <pc:docMk/>
            <pc:sldMk cId="0" sldId="281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12:15.024" v="817" actId="20577"/>
        <pc:sldMkLst>
          <pc:docMk/>
          <pc:sldMk cId="0" sldId="282"/>
        </pc:sldMkLst>
        <pc:spChg chg="mod">
          <ac:chgData name="Hejia Qiu" userId="11330c03-db52-4a21-b136-9dc8d2118c1f" providerId="ADAL" clId="{045271D5-DBC7-4BD7-AD90-E3985A09B9F4}" dt="2025-09-01T09:08:43.260" v="757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8:43.260" v="757" actId="1076"/>
          <ac:spMkLst>
            <pc:docMk/>
            <pc:sldMk cId="0" sldId="282"/>
            <ac:spMk id="3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2:15.024" v="817" actId="20577"/>
          <ac:spMkLst>
            <pc:docMk/>
            <pc:sldMk cId="0" sldId="282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8:43.260" v="757" actId="1076"/>
          <ac:spMkLst>
            <pc:docMk/>
            <pc:sldMk cId="0" sldId="282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8:40.892" v="756" actId="478"/>
          <ac:grpSpMkLst>
            <pc:docMk/>
            <pc:sldMk cId="0" sldId="282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12:27.368" v="819" actId="20577"/>
        <pc:sldMkLst>
          <pc:docMk/>
          <pc:sldMk cId="0" sldId="283"/>
        </pc:sldMkLst>
        <pc:spChg chg="mod">
          <ac:chgData name="Hejia Qiu" userId="11330c03-db52-4a21-b136-9dc8d2118c1f" providerId="ADAL" clId="{045271D5-DBC7-4BD7-AD90-E3985A09B9F4}" dt="2025-09-01T09:09:10.402" v="762" actId="1076"/>
          <ac:spMkLst>
            <pc:docMk/>
            <pc:sldMk cId="0" sldId="283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9:10.402" v="762" actId="1076"/>
          <ac:spMkLst>
            <pc:docMk/>
            <pc:sldMk cId="0" sldId="283"/>
            <ac:spMk id="3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2:27.368" v="819" actId="20577"/>
          <ac:spMkLst>
            <pc:docMk/>
            <pc:sldMk cId="0" sldId="283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9:10.402" v="762" actId="1076"/>
          <ac:spMkLst>
            <pc:docMk/>
            <pc:sldMk cId="0" sldId="283"/>
            <ac:spMk id="31" creationId="{00000000-0000-0000-0000-000000000000}"/>
          </ac:spMkLst>
        </pc:spChg>
        <pc:grpChg chg="del mod">
          <ac:chgData name="Hejia Qiu" userId="11330c03-db52-4a21-b136-9dc8d2118c1f" providerId="ADAL" clId="{045271D5-DBC7-4BD7-AD90-E3985A09B9F4}" dt="2025-09-01T09:09:06.897" v="761" actId="478"/>
          <ac:grpSpMkLst>
            <pc:docMk/>
            <pc:sldMk cId="0" sldId="283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9:19.707" v="767" actId="1076"/>
        <pc:sldMkLst>
          <pc:docMk/>
          <pc:sldMk cId="0" sldId="284"/>
        </pc:sldMkLst>
        <pc:spChg chg="mod">
          <ac:chgData name="Hejia Qiu" userId="11330c03-db52-4a21-b136-9dc8d2118c1f" providerId="ADAL" clId="{045271D5-DBC7-4BD7-AD90-E3985A09B9F4}" dt="2025-09-01T09:09:19.707" v="767" actId="1076"/>
          <ac:spMkLst>
            <pc:docMk/>
            <pc:sldMk cId="0" sldId="284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9:19.707" v="767" actId="1076"/>
          <ac:spMkLst>
            <pc:docMk/>
            <pc:sldMk cId="0" sldId="284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9:16.155" v="766" actId="478"/>
          <ac:grpSpMkLst>
            <pc:docMk/>
            <pc:sldMk cId="0" sldId="284"/>
            <ac:grpSpMk id="10" creationId="{00000000-0000-0000-0000-000000000000}"/>
          </ac:grpSpMkLst>
        </pc:grpChg>
      </pc:sldChg>
      <pc:sldChg chg="addSp delSp modSp mod">
        <pc:chgData name="Hejia Qiu" userId="11330c03-db52-4a21-b136-9dc8d2118c1f" providerId="ADAL" clId="{045271D5-DBC7-4BD7-AD90-E3985A09B9F4}" dt="2025-09-01T09:09:48.915" v="776" actId="1076"/>
        <pc:sldMkLst>
          <pc:docMk/>
          <pc:sldMk cId="0" sldId="285"/>
        </pc:sldMkLst>
        <pc:spChg chg="mod">
          <ac:chgData name="Hejia Qiu" userId="11330c03-db52-4a21-b136-9dc8d2118c1f" providerId="ADAL" clId="{045271D5-DBC7-4BD7-AD90-E3985A09B9F4}" dt="2025-09-01T09:09:48.915" v="776" actId="107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9:44.035" v="775" actId="1076"/>
          <ac:spMkLst>
            <pc:docMk/>
            <pc:sldMk cId="0" sldId="285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9:37.469" v="774" actId="478"/>
          <ac:grpSpMkLst>
            <pc:docMk/>
            <pc:sldMk cId="0" sldId="285"/>
            <ac:grpSpMk id="10" creationId="{00000000-0000-0000-0000-000000000000}"/>
          </ac:grpSpMkLst>
        </pc:grpChg>
        <pc:picChg chg="add mod">
          <ac:chgData name="Hejia Qiu" userId="11330c03-db52-4a21-b136-9dc8d2118c1f" providerId="ADAL" clId="{045271D5-DBC7-4BD7-AD90-E3985A09B9F4}" dt="2025-09-01T09:09:44.035" v="775" actId="1076"/>
          <ac:picMkLst>
            <pc:docMk/>
            <pc:sldMk cId="0" sldId="285"/>
            <ac:picMk id="3" creationId="{4A7D98F7-52E3-487D-A4AF-6EB16A1575EF}"/>
          </ac:picMkLst>
        </pc:picChg>
        <pc:picChg chg="add mod">
          <ac:chgData name="Hejia Qiu" userId="11330c03-db52-4a21-b136-9dc8d2118c1f" providerId="ADAL" clId="{045271D5-DBC7-4BD7-AD90-E3985A09B9F4}" dt="2025-09-01T09:09:44.035" v="775" actId="1076"/>
          <ac:picMkLst>
            <pc:docMk/>
            <pc:sldMk cId="0" sldId="285"/>
            <ac:picMk id="9" creationId="{D93AA8AF-5E00-4D2B-B70C-29F9352F3994}"/>
          </ac:picMkLst>
        </pc:picChg>
      </pc:sldChg>
      <pc:sldChg chg="delSp modSp mod">
        <pc:chgData name="Hejia Qiu" userId="11330c03-db52-4a21-b136-9dc8d2118c1f" providerId="ADAL" clId="{045271D5-DBC7-4BD7-AD90-E3985A09B9F4}" dt="2025-09-01T09:11:06.739" v="809" actId="1076"/>
        <pc:sldMkLst>
          <pc:docMk/>
          <pc:sldMk cId="0" sldId="286"/>
        </pc:sldMkLst>
        <pc:spChg chg="mod">
          <ac:chgData name="Hejia Qiu" userId="11330c03-db52-4a21-b136-9dc8d2118c1f" providerId="ADAL" clId="{045271D5-DBC7-4BD7-AD90-E3985A09B9F4}" dt="2025-09-01T09:10:44.980" v="804" actId="1076"/>
          <ac:spMkLst>
            <pc:docMk/>
            <pc:sldMk cId="0" sldId="286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1:06.739" v="809" actId="1076"/>
          <ac:spMkLst>
            <pc:docMk/>
            <pc:sldMk cId="0" sldId="286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10:29.122" v="801" actId="478"/>
          <ac:grpSpMkLst>
            <pc:docMk/>
            <pc:sldMk cId="0" sldId="286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11:01.493" v="808" actId="1076"/>
        <pc:sldMkLst>
          <pc:docMk/>
          <pc:sldMk cId="0" sldId="287"/>
        </pc:sldMkLst>
        <pc:spChg chg="mod">
          <ac:chgData name="Hejia Qiu" userId="11330c03-db52-4a21-b136-9dc8d2118c1f" providerId="ADAL" clId="{045271D5-DBC7-4BD7-AD90-E3985A09B9F4}" dt="2025-09-01T09:11:01.493" v="808" actId="1076"/>
          <ac:spMkLst>
            <pc:docMk/>
            <pc:sldMk cId="0" sldId="287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1:01.493" v="808" actId="1076"/>
          <ac:spMkLst>
            <pc:docMk/>
            <pc:sldMk cId="0" sldId="287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10:58.759" v="807" actId="478"/>
          <ac:grpSpMkLst>
            <pc:docMk/>
            <pc:sldMk cId="0" sldId="287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11:17.204" v="811" actId="1076"/>
        <pc:sldMkLst>
          <pc:docMk/>
          <pc:sldMk cId="0" sldId="288"/>
        </pc:sldMkLst>
        <pc:spChg chg="mod">
          <ac:chgData name="Hejia Qiu" userId="11330c03-db52-4a21-b136-9dc8d2118c1f" providerId="ADAL" clId="{045271D5-DBC7-4BD7-AD90-E3985A09B9F4}" dt="2025-09-01T09:11:17.204" v="811" actId="1076"/>
          <ac:spMkLst>
            <pc:docMk/>
            <pc:sldMk cId="0" sldId="288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1:17.204" v="811" actId="1076"/>
          <ac:spMkLst>
            <pc:docMk/>
            <pc:sldMk cId="0" sldId="288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11:11.779" v="810" actId="478"/>
          <ac:grpSpMkLst>
            <pc:docMk/>
            <pc:sldMk cId="0" sldId="288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12:35.030" v="821" actId="20577"/>
        <pc:sldMkLst>
          <pc:docMk/>
          <pc:sldMk cId="0" sldId="289"/>
        </pc:sldMkLst>
        <pc:spChg chg="mod">
          <ac:chgData name="Hejia Qiu" userId="11330c03-db52-4a21-b136-9dc8d2118c1f" providerId="ADAL" clId="{045271D5-DBC7-4BD7-AD90-E3985A09B9F4}" dt="2025-09-01T09:09:28.748" v="771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2:35.030" v="821" actId="20577"/>
          <ac:spMkLst>
            <pc:docMk/>
            <pc:sldMk cId="0" sldId="289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9:28.748" v="771" actId="1076"/>
          <ac:spMkLst>
            <pc:docMk/>
            <pc:sldMk cId="0" sldId="289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9:26.180" v="770" actId="478"/>
          <ac:grpSpMkLst>
            <pc:docMk/>
            <pc:sldMk cId="0" sldId="289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5:56.634" v="705" actId="1076"/>
        <pc:sldMkLst>
          <pc:docMk/>
          <pc:sldMk cId="0" sldId="290"/>
        </pc:sldMkLst>
        <pc:grpChg chg="del">
          <ac:chgData name="Hejia Qiu" userId="11330c03-db52-4a21-b136-9dc8d2118c1f" providerId="ADAL" clId="{045271D5-DBC7-4BD7-AD90-E3985A09B9F4}" dt="2025-09-01T09:05:52.900" v="703" actId="478"/>
          <ac:grpSpMkLst>
            <pc:docMk/>
            <pc:sldMk cId="0" sldId="290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5:56.634" v="705" actId="1076"/>
          <ac:picMkLst>
            <pc:docMk/>
            <pc:sldMk cId="0" sldId="290"/>
            <ac:picMk id="3" creationId="{00000000-0000-0000-0000-000000000000}"/>
          </ac:picMkLst>
        </pc:picChg>
      </pc:sldChg>
      <pc:sldChg chg="delSp modSp mod">
        <pc:chgData name="Hejia Qiu" userId="11330c03-db52-4a21-b136-9dc8d2118c1f" providerId="ADAL" clId="{045271D5-DBC7-4BD7-AD90-E3985A09B9F4}" dt="2025-09-01T09:06:14.188" v="709" actId="1076"/>
        <pc:sldMkLst>
          <pc:docMk/>
          <pc:sldMk cId="0" sldId="291"/>
        </pc:sldMkLst>
        <pc:grpChg chg="del">
          <ac:chgData name="Hejia Qiu" userId="11330c03-db52-4a21-b136-9dc8d2118c1f" providerId="ADAL" clId="{045271D5-DBC7-4BD7-AD90-E3985A09B9F4}" dt="2025-09-01T09:06:11.174" v="708" actId="478"/>
          <ac:grpSpMkLst>
            <pc:docMk/>
            <pc:sldMk cId="0" sldId="291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6:14.188" v="709" actId="1076"/>
          <ac:picMkLst>
            <pc:docMk/>
            <pc:sldMk cId="0" sldId="291"/>
            <ac:picMk id="3" creationId="{00000000-0000-0000-0000-000000000000}"/>
          </ac:picMkLst>
        </pc:picChg>
      </pc:sldChg>
      <pc:sldChg chg="delSp modSp mod">
        <pc:chgData name="Hejia Qiu" userId="11330c03-db52-4a21-b136-9dc8d2118c1f" providerId="ADAL" clId="{045271D5-DBC7-4BD7-AD90-E3985A09B9F4}" dt="2025-09-01T09:06:19.971" v="711" actId="1076"/>
        <pc:sldMkLst>
          <pc:docMk/>
          <pc:sldMk cId="0" sldId="292"/>
        </pc:sldMkLst>
        <pc:spChg chg="mod">
          <ac:chgData name="Hejia Qiu" userId="11330c03-db52-4a21-b136-9dc8d2118c1f" providerId="ADAL" clId="{045271D5-DBC7-4BD7-AD90-E3985A09B9F4}" dt="2025-09-01T09:06:19.971" v="711" actId="107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6:19.971" v="711" actId="1076"/>
          <ac:spMkLst>
            <pc:docMk/>
            <pc:sldMk cId="0" sldId="292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6:16.710" v="710" actId="478"/>
          <ac:grpSpMkLst>
            <pc:docMk/>
            <pc:sldMk cId="0" sldId="292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6:19.971" v="711" actId="1076"/>
          <ac:picMkLst>
            <pc:docMk/>
            <pc:sldMk cId="0" sldId="292"/>
            <ac:picMk id="3" creationId="{00000000-0000-0000-0000-000000000000}"/>
          </ac:picMkLst>
        </pc:picChg>
      </pc:sldChg>
      <pc:sldChg chg="delSp modSp mod">
        <pc:chgData name="Hejia Qiu" userId="11330c03-db52-4a21-b136-9dc8d2118c1f" providerId="ADAL" clId="{045271D5-DBC7-4BD7-AD90-E3985A09B9F4}" dt="2025-09-01T09:11:23.139" v="813" actId="1076"/>
        <pc:sldMkLst>
          <pc:docMk/>
          <pc:sldMk cId="0" sldId="293"/>
        </pc:sldMkLst>
        <pc:spChg chg="mod">
          <ac:chgData name="Hejia Qiu" userId="11330c03-db52-4a21-b136-9dc8d2118c1f" providerId="ADAL" clId="{045271D5-DBC7-4BD7-AD90-E3985A09B9F4}" dt="2025-09-01T09:11:23.139" v="813" actId="1076"/>
          <ac:spMkLst>
            <pc:docMk/>
            <pc:sldMk cId="0" sldId="293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1:23.139" v="813" actId="1076"/>
          <ac:spMkLst>
            <pc:docMk/>
            <pc:sldMk cId="0" sldId="293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11:19.795" v="812" actId="478"/>
          <ac:grpSpMkLst>
            <pc:docMk/>
            <pc:sldMk cId="0" sldId="293"/>
            <ac:grpSpMk id="10" creationId="{00000000-0000-0000-0000-000000000000}"/>
          </ac:grpSpMkLst>
        </pc:grpChg>
      </pc:sldChg>
      <pc:sldChg chg="del">
        <pc:chgData name="Hejia Qiu" userId="11330c03-db52-4a21-b136-9dc8d2118c1f" providerId="ADAL" clId="{045271D5-DBC7-4BD7-AD90-E3985A09B9F4}" dt="2025-09-01T07:56:34.285" v="466" actId="47"/>
        <pc:sldMkLst>
          <pc:docMk/>
          <pc:sldMk cId="0" sldId="294"/>
        </pc:sldMkLst>
      </pc:sldChg>
      <pc:sldChg chg="del">
        <pc:chgData name="Hejia Qiu" userId="11330c03-db52-4a21-b136-9dc8d2118c1f" providerId="ADAL" clId="{045271D5-DBC7-4BD7-AD90-E3985A09B9F4}" dt="2025-09-01T07:56:33.438" v="465" actId="47"/>
        <pc:sldMkLst>
          <pc:docMk/>
          <pc:sldMk cId="0" sldId="295"/>
        </pc:sldMkLst>
      </pc:sldChg>
      <pc:sldChg chg="delSp mod">
        <pc:chgData name="Hejia Qiu" userId="11330c03-db52-4a21-b136-9dc8d2118c1f" providerId="ADAL" clId="{045271D5-DBC7-4BD7-AD90-E3985A09B9F4}" dt="2025-09-01T09:05:48.195" v="702" actId="478"/>
        <pc:sldMkLst>
          <pc:docMk/>
          <pc:sldMk cId="0" sldId="296"/>
        </pc:sldMkLst>
        <pc:grpChg chg="del">
          <ac:chgData name="Hejia Qiu" userId="11330c03-db52-4a21-b136-9dc8d2118c1f" providerId="ADAL" clId="{045271D5-DBC7-4BD7-AD90-E3985A09B9F4}" dt="2025-09-01T09:05:48.195" v="702" actId="478"/>
          <ac:grpSpMkLst>
            <pc:docMk/>
            <pc:sldMk cId="0" sldId="296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6:32.365" v="715" actId="1076"/>
        <pc:sldMkLst>
          <pc:docMk/>
          <pc:sldMk cId="0" sldId="297"/>
        </pc:sldMkLst>
        <pc:spChg chg="mod">
          <ac:chgData name="Hejia Qiu" userId="11330c03-db52-4a21-b136-9dc8d2118c1f" providerId="ADAL" clId="{045271D5-DBC7-4BD7-AD90-E3985A09B9F4}" dt="2025-09-01T09:06:32.365" v="715" actId="1076"/>
          <ac:spMkLst>
            <pc:docMk/>
            <pc:sldMk cId="0" sldId="297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6:32.365" v="715" actId="1076"/>
          <ac:spMkLst>
            <pc:docMk/>
            <pc:sldMk cId="0" sldId="297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6:29.422" v="714" actId="478"/>
          <ac:grpSpMkLst>
            <pc:docMk/>
            <pc:sldMk cId="0" sldId="297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6:32.365" v="715" actId="1076"/>
          <ac:picMkLst>
            <pc:docMk/>
            <pc:sldMk cId="0" sldId="297"/>
            <ac:picMk id="2" creationId="{00000000-0000-0000-0000-000000000000}"/>
          </ac:picMkLst>
        </pc:picChg>
      </pc:sldChg>
      <pc:sldChg chg="delSp modSp mod">
        <pc:chgData name="Hejia Qiu" userId="11330c03-db52-4a21-b136-9dc8d2118c1f" providerId="ADAL" clId="{045271D5-DBC7-4BD7-AD90-E3985A09B9F4}" dt="2025-09-01T09:06:45.027" v="719" actId="1076"/>
        <pc:sldMkLst>
          <pc:docMk/>
          <pc:sldMk cId="0" sldId="298"/>
        </pc:sldMkLst>
        <pc:spChg chg="mod">
          <ac:chgData name="Hejia Qiu" userId="11330c03-db52-4a21-b136-9dc8d2118c1f" providerId="ADAL" clId="{045271D5-DBC7-4BD7-AD90-E3985A09B9F4}" dt="2025-09-01T09:06:45.027" v="719" actId="1076"/>
          <ac:spMkLst>
            <pc:docMk/>
            <pc:sldMk cId="0" sldId="298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6:45.027" v="719" actId="1076"/>
          <ac:spMkLst>
            <pc:docMk/>
            <pc:sldMk cId="0" sldId="298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6:42.233" v="718" actId="478"/>
          <ac:grpSpMkLst>
            <pc:docMk/>
            <pc:sldMk cId="0" sldId="298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6:45.027" v="719" actId="1076"/>
          <ac:picMkLst>
            <pc:docMk/>
            <pc:sldMk cId="0" sldId="298"/>
            <ac:picMk id="2" creationId="{00000000-0000-0000-0000-000000000000}"/>
          </ac:picMkLst>
        </pc:picChg>
      </pc:sldChg>
      <pc:sldChg chg="delSp modSp mod">
        <pc:chgData name="Hejia Qiu" userId="11330c03-db52-4a21-b136-9dc8d2118c1f" providerId="ADAL" clId="{045271D5-DBC7-4BD7-AD90-E3985A09B9F4}" dt="2025-09-01T09:06:50.795" v="721" actId="1076"/>
        <pc:sldMkLst>
          <pc:docMk/>
          <pc:sldMk cId="0" sldId="299"/>
        </pc:sldMkLst>
        <pc:spChg chg="mod">
          <ac:chgData name="Hejia Qiu" userId="11330c03-db52-4a21-b136-9dc8d2118c1f" providerId="ADAL" clId="{045271D5-DBC7-4BD7-AD90-E3985A09B9F4}" dt="2025-09-01T09:06:50.795" v="721" actId="1076"/>
          <ac:spMkLst>
            <pc:docMk/>
            <pc:sldMk cId="0" sldId="299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6:50.795" v="721" actId="1076"/>
          <ac:spMkLst>
            <pc:docMk/>
            <pc:sldMk cId="0" sldId="299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6:48.001" v="720" actId="478"/>
          <ac:grpSpMkLst>
            <pc:docMk/>
            <pc:sldMk cId="0" sldId="299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6:50.795" v="721" actId="1076"/>
          <ac:picMkLst>
            <pc:docMk/>
            <pc:sldMk cId="0" sldId="299"/>
            <ac:picMk id="3" creationId="{00000000-0000-0000-0000-000000000000}"/>
          </ac:picMkLst>
        </pc:picChg>
      </pc:sldChg>
      <pc:sldChg chg="delSp modSp mod">
        <pc:chgData name="Hejia Qiu" userId="11330c03-db52-4a21-b136-9dc8d2118c1f" providerId="ADAL" clId="{045271D5-DBC7-4BD7-AD90-E3985A09B9F4}" dt="2025-09-01T09:06:55.789" v="723" actId="1076"/>
        <pc:sldMkLst>
          <pc:docMk/>
          <pc:sldMk cId="0" sldId="300"/>
        </pc:sldMkLst>
        <pc:spChg chg="mod">
          <ac:chgData name="Hejia Qiu" userId="11330c03-db52-4a21-b136-9dc8d2118c1f" providerId="ADAL" clId="{045271D5-DBC7-4BD7-AD90-E3985A09B9F4}" dt="2025-09-01T09:06:55.789" v="723" actId="1076"/>
          <ac:spMkLst>
            <pc:docMk/>
            <pc:sldMk cId="0" sldId="300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6:55.789" v="723" actId="1076"/>
          <ac:spMkLst>
            <pc:docMk/>
            <pc:sldMk cId="0" sldId="300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6:53.220" v="722" actId="478"/>
          <ac:grpSpMkLst>
            <pc:docMk/>
            <pc:sldMk cId="0" sldId="300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6:55.789" v="723" actId="1076"/>
          <ac:picMkLst>
            <pc:docMk/>
            <pc:sldMk cId="0" sldId="300"/>
            <ac:picMk id="2" creationId="{00000000-0000-0000-0000-000000000000}"/>
          </ac:picMkLst>
        </pc:picChg>
      </pc:sldChg>
      <pc:sldChg chg="delSp modSp mod">
        <pc:chgData name="Hejia Qiu" userId="11330c03-db52-4a21-b136-9dc8d2118c1f" providerId="ADAL" clId="{045271D5-DBC7-4BD7-AD90-E3985A09B9F4}" dt="2025-09-01T09:07:14.755" v="725" actId="1076"/>
        <pc:sldMkLst>
          <pc:docMk/>
          <pc:sldMk cId="0" sldId="301"/>
        </pc:sldMkLst>
        <pc:spChg chg="mod">
          <ac:chgData name="Hejia Qiu" userId="11330c03-db52-4a21-b136-9dc8d2118c1f" providerId="ADAL" clId="{045271D5-DBC7-4BD7-AD90-E3985A09B9F4}" dt="2025-09-01T09:07:14.755" v="725" actId="1076"/>
          <ac:spMkLst>
            <pc:docMk/>
            <pc:sldMk cId="0" sldId="301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14.755" v="725" actId="1076"/>
          <ac:spMkLst>
            <pc:docMk/>
            <pc:sldMk cId="0" sldId="301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7:11.846" v="724" actId="478"/>
          <ac:grpSpMkLst>
            <pc:docMk/>
            <pc:sldMk cId="0" sldId="301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7:14.755" v="725" actId="1076"/>
          <ac:picMkLst>
            <pc:docMk/>
            <pc:sldMk cId="0" sldId="301"/>
            <ac:picMk id="3" creationId="{00000000-0000-0000-0000-000000000000}"/>
          </ac:picMkLst>
        </pc:picChg>
      </pc:sldChg>
      <pc:sldChg chg="delSp mod">
        <pc:chgData name="Hejia Qiu" userId="11330c03-db52-4a21-b136-9dc8d2118c1f" providerId="ADAL" clId="{045271D5-DBC7-4BD7-AD90-E3985A09B9F4}" dt="2025-09-01T09:07:17.036" v="726" actId="478"/>
        <pc:sldMkLst>
          <pc:docMk/>
          <pc:sldMk cId="0" sldId="302"/>
        </pc:sldMkLst>
        <pc:grpChg chg="del">
          <ac:chgData name="Hejia Qiu" userId="11330c03-db52-4a21-b136-9dc8d2118c1f" providerId="ADAL" clId="{045271D5-DBC7-4BD7-AD90-E3985A09B9F4}" dt="2025-09-01T09:07:17.036" v="726" actId="478"/>
          <ac:grpSpMkLst>
            <pc:docMk/>
            <pc:sldMk cId="0" sldId="302"/>
            <ac:grpSpMk id="10" creationId="{00000000-0000-0000-0000-000000000000}"/>
          </ac:grpSpMkLst>
        </pc:grpChg>
      </pc:sldChg>
      <pc:sldChg chg="delSp mod">
        <pc:chgData name="Hejia Qiu" userId="11330c03-db52-4a21-b136-9dc8d2118c1f" providerId="ADAL" clId="{045271D5-DBC7-4BD7-AD90-E3985A09B9F4}" dt="2025-09-01T09:07:21.163" v="727" actId="478"/>
        <pc:sldMkLst>
          <pc:docMk/>
          <pc:sldMk cId="0" sldId="303"/>
        </pc:sldMkLst>
        <pc:grpChg chg="del">
          <ac:chgData name="Hejia Qiu" userId="11330c03-db52-4a21-b136-9dc8d2118c1f" providerId="ADAL" clId="{045271D5-DBC7-4BD7-AD90-E3985A09B9F4}" dt="2025-09-01T09:07:21.163" v="727" actId="478"/>
          <ac:grpSpMkLst>
            <pc:docMk/>
            <pc:sldMk cId="0" sldId="303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7:30.498" v="730" actId="1076"/>
        <pc:sldMkLst>
          <pc:docMk/>
          <pc:sldMk cId="0" sldId="304"/>
        </pc:sldMkLst>
        <pc:spChg chg="mod">
          <ac:chgData name="Hejia Qiu" userId="11330c03-db52-4a21-b136-9dc8d2118c1f" providerId="ADAL" clId="{045271D5-DBC7-4BD7-AD90-E3985A09B9F4}" dt="2025-09-01T09:07:30.498" v="730" actId="1076"/>
          <ac:spMkLst>
            <pc:docMk/>
            <pc:sldMk cId="0" sldId="304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30.498" v="730" actId="1076"/>
          <ac:spMkLst>
            <pc:docMk/>
            <pc:sldMk cId="0" sldId="304"/>
            <ac:spMk id="3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30.498" v="730" actId="1076"/>
          <ac:spMkLst>
            <pc:docMk/>
            <pc:sldMk cId="0" sldId="304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7:30.498" v="730" actId="1076"/>
          <ac:spMkLst>
            <pc:docMk/>
            <pc:sldMk cId="0" sldId="304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7:25.700" v="729" actId="478"/>
          <ac:grpSpMkLst>
            <pc:docMk/>
            <pc:sldMk cId="0" sldId="304"/>
            <ac:grpSpMk id="10" creationId="{00000000-0000-0000-0000-000000000000}"/>
          </ac:grpSpMkLst>
        </pc:grpChg>
      </pc:sldChg>
      <pc:sldChg chg="delSp mod">
        <pc:chgData name="Hejia Qiu" userId="11330c03-db52-4a21-b136-9dc8d2118c1f" providerId="ADAL" clId="{045271D5-DBC7-4BD7-AD90-E3985A09B9F4}" dt="2025-09-01T09:07:46.025" v="735" actId="478"/>
        <pc:sldMkLst>
          <pc:docMk/>
          <pc:sldMk cId="0" sldId="305"/>
        </pc:sldMkLst>
        <pc:grpChg chg="del">
          <ac:chgData name="Hejia Qiu" userId="11330c03-db52-4a21-b136-9dc8d2118c1f" providerId="ADAL" clId="{045271D5-DBC7-4BD7-AD90-E3985A09B9F4}" dt="2025-09-01T09:07:46.025" v="735" actId="478"/>
          <ac:grpSpMkLst>
            <pc:docMk/>
            <pc:sldMk cId="0" sldId="305"/>
            <ac:grpSpMk id="10" creationId="{00000000-0000-0000-0000-000000000000}"/>
          </ac:grpSpMkLst>
        </pc:grpChg>
      </pc:sldChg>
      <pc:sldChg chg="delSp mod">
        <pc:chgData name="Hejia Qiu" userId="11330c03-db52-4a21-b136-9dc8d2118c1f" providerId="ADAL" clId="{045271D5-DBC7-4BD7-AD90-E3985A09B9F4}" dt="2025-09-01T09:07:34.841" v="731" actId="478"/>
        <pc:sldMkLst>
          <pc:docMk/>
          <pc:sldMk cId="0" sldId="306"/>
        </pc:sldMkLst>
        <pc:grpChg chg="del">
          <ac:chgData name="Hejia Qiu" userId="11330c03-db52-4a21-b136-9dc8d2118c1f" providerId="ADAL" clId="{045271D5-DBC7-4BD7-AD90-E3985A09B9F4}" dt="2025-09-01T09:07:34.841" v="731" actId="478"/>
          <ac:grpSpMkLst>
            <pc:docMk/>
            <pc:sldMk cId="0" sldId="306"/>
            <ac:grpSpMk id="10" creationId="{00000000-0000-0000-0000-000000000000}"/>
          </ac:grpSpMkLst>
        </pc:grpChg>
      </pc:sldChg>
      <pc:sldChg chg="delSp mod">
        <pc:chgData name="Hejia Qiu" userId="11330c03-db52-4a21-b136-9dc8d2118c1f" providerId="ADAL" clId="{045271D5-DBC7-4BD7-AD90-E3985A09B9F4}" dt="2025-09-01T09:07:37.396" v="732" actId="478"/>
        <pc:sldMkLst>
          <pc:docMk/>
          <pc:sldMk cId="0" sldId="307"/>
        </pc:sldMkLst>
        <pc:grpChg chg="del">
          <ac:chgData name="Hejia Qiu" userId="11330c03-db52-4a21-b136-9dc8d2118c1f" providerId="ADAL" clId="{045271D5-DBC7-4BD7-AD90-E3985A09B9F4}" dt="2025-09-01T09:07:37.396" v="732" actId="478"/>
          <ac:grpSpMkLst>
            <pc:docMk/>
            <pc:sldMk cId="0" sldId="307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7:51.955" v="738" actId="1076"/>
        <pc:sldMkLst>
          <pc:docMk/>
          <pc:sldMk cId="0" sldId="308"/>
        </pc:sldMkLst>
        <pc:spChg chg="mod">
          <ac:chgData name="Hejia Qiu" userId="11330c03-db52-4a21-b136-9dc8d2118c1f" providerId="ADAL" clId="{045271D5-DBC7-4BD7-AD90-E3985A09B9F4}" dt="2025-09-01T09:07:51.955" v="738" actId="1076"/>
          <ac:spMkLst>
            <pc:docMk/>
            <pc:sldMk cId="0" sldId="308"/>
            <ac:spMk id="1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7:49.889" v="737" actId="478"/>
          <ac:grpSpMkLst>
            <pc:docMk/>
            <pc:sldMk cId="0" sldId="308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7:51.955" v="738" actId="1076"/>
          <ac:picMkLst>
            <pc:docMk/>
            <pc:sldMk cId="0" sldId="308"/>
            <ac:picMk id="3" creationId="{00000000-0000-0000-0000-000000000000}"/>
          </ac:picMkLst>
        </pc:picChg>
      </pc:sldChg>
      <pc:sldChg chg="delSp modSp mod">
        <pc:chgData name="Hejia Qiu" userId="11330c03-db52-4a21-b136-9dc8d2118c1f" providerId="ADAL" clId="{045271D5-DBC7-4BD7-AD90-E3985A09B9F4}" dt="2025-09-01T09:08:01.891" v="742" actId="1076"/>
        <pc:sldMkLst>
          <pc:docMk/>
          <pc:sldMk cId="0" sldId="309"/>
        </pc:sldMkLst>
        <pc:spChg chg="mod">
          <ac:chgData name="Hejia Qiu" userId="11330c03-db52-4a21-b136-9dc8d2118c1f" providerId="ADAL" clId="{045271D5-DBC7-4BD7-AD90-E3985A09B9F4}" dt="2025-09-01T09:08:01.891" v="742" actId="1076"/>
          <ac:spMkLst>
            <pc:docMk/>
            <pc:sldMk cId="0" sldId="309"/>
            <ac:spMk id="1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7:59.279" v="741" actId="478"/>
          <ac:grpSpMkLst>
            <pc:docMk/>
            <pc:sldMk cId="0" sldId="309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8:01.891" v="742" actId="1076"/>
          <ac:picMkLst>
            <pc:docMk/>
            <pc:sldMk cId="0" sldId="309"/>
            <ac:picMk id="3" creationId="{00000000-0000-0000-0000-000000000000}"/>
          </ac:picMkLst>
        </pc:picChg>
      </pc:sldChg>
      <pc:sldChg chg="delSp mod">
        <pc:chgData name="Hejia Qiu" userId="11330c03-db52-4a21-b136-9dc8d2118c1f" providerId="ADAL" clId="{045271D5-DBC7-4BD7-AD90-E3985A09B9F4}" dt="2025-09-01T09:08:17.646" v="746" actId="478"/>
        <pc:sldMkLst>
          <pc:docMk/>
          <pc:sldMk cId="0" sldId="310"/>
        </pc:sldMkLst>
        <pc:grpChg chg="del">
          <ac:chgData name="Hejia Qiu" userId="11330c03-db52-4a21-b136-9dc8d2118c1f" providerId="ADAL" clId="{045271D5-DBC7-4BD7-AD90-E3985A09B9F4}" dt="2025-09-01T09:08:17.646" v="746" actId="478"/>
          <ac:grpSpMkLst>
            <pc:docMk/>
            <pc:sldMk cId="0" sldId="310"/>
            <ac:grpSpMk id="10" creationId="{00000000-0000-0000-0000-000000000000}"/>
          </ac:grpSpMkLst>
        </pc:grpChg>
      </pc:sldChg>
      <pc:sldChg chg="delSp modSp mod">
        <pc:chgData name="Hejia Qiu" userId="11330c03-db52-4a21-b136-9dc8d2118c1f" providerId="ADAL" clId="{045271D5-DBC7-4BD7-AD90-E3985A09B9F4}" dt="2025-09-01T09:08:21.027" v="748" actId="1076"/>
        <pc:sldMkLst>
          <pc:docMk/>
          <pc:sldMk cId="0" sldId="311"/>
        </pc:sldMkLst>
        <pc:spChg chg="mod">
          <ac:chgData name="Hejia Qiu" userId="11330c03-db52-4a21-b136-9dc8d2118c1f" providerId="ADAL" clId="{045271D5-DBC7-4BD7-AD90-E3985A09B9F4}" dt="2025-09-01T09:08:21.027" v="748" actId="1076"/>
          <ac:spMkLst>
            <pc:docMk/>
            <pc:sldMk cId="0" sldId="311"/>
            <ac:spMk id="1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8:19.210" v="747" actId="478"/>
          <ac:grpSpMkLst>
            <pc:docMk/>
            <pc:sldMk cId="0" sldId="311"/>
            <ac:grpSpMk id="10" creationId="{00000000-0000-0000-0000-000000000000}"/>
          </ac:grpSpMkLst>
        </pc:grpChg>
        <pc:picChg chg="mod">
          <ac:chgData name="Hejia Qiu" userId="11330c03-db52-4a21-b136-9dc8d2118c1f" providerId="ADAL" clId="{045271D5-DBC7-4BD7-AD90-E3985A09B9F4}" dt="2025-09-01T09:08:21.027" v="748" actId="1076"/>
          <ac:picMkLst>
            <pc:docMk/>
            <pc:sldMk cId="0" sldId="311"/>
            <ac:picMk id="4" creationId="{00000000-0000-0000-0000-000000000000}"/>
          </ac:picMkLst>
        </pc:picChg>
      </pc:sldChg>
      <pc:sldChg chg="delSp mod">
        <pc:chgData name="Hejia Qiu" userId="11330c03-db52-4a21-b136-9dc8d2118c1f" providerId="ADAL" clId="{045271D5-DBC7-4BD7-AD90-E3985A09B9F4}" dt="2025-09-01T09:08:32.774" v="752" actId="478"/>
        <pc:sldMkLst>
          <pc:docMk/>
          <pc:sldMk cId="0" sldId="312"/>
        </pc:sldMkLst>
        <pc:grpChg chg="del">
          <ac:chgData name="Hejia Qiu" userId="11330c03-db52-4a21-b136-9dc8d2118c1f" providerId="ADAL" clId="{045271D5-DBC7-4BD7-AD90-E3985A09B9F4}" dt="2025-09-01T09:08:32.774" v="752" actId="478"/>
          <ac:grpSpMkLst>
            <pc:docMk/>
            <pc:sldMk cId="0" sldId="312"/>
            <ac:grpSpMk id="10" creationId="{00000000-0000-0000-0000-000000000000}"/>
          </ac:grpSpMkLst>
        </pc:grpChg>
      </pc:sldChg>
      <pc:sldChg chg="addSp delSp modSp mod">
        <pc:chgData name="Hejia Qiu" userId="11330c03-db52-4a21-b136-9dc8d2118c1f" providerId="ADAL" clId="{045271D5-DBC7-4BD7-AD90-E3985A09B9F4}" dt="2025-09-01T09:09:22.243" v="768" actId="478"/>
        <pc:sldMkLst>
          <pc:docMk/>
          <pc:sldMk cId="0" sldId="313"/>
        </pc:sldMkLst>
        <pc:grpChg chg="del">
          <ac:chgData name="Hejia Qiu" userId="11330c03-db52-4a21-b136-9dc8d2118c1f" providerId="ADAL" clId="{045271D5-DBC7-4BD7-AD90-E3985A09B9F4}" dt="2025-09-01T09:09:22.243" v="768" actId="478"/>
          <ac:grpSpMkLst>
            <pc:docMk/>
            <pc:sldMk cId="0" sldId="313"/>
            <ac:grpSpMk id="10" creationId="{00000000-0000-0000-0000-000000000000}"/>
          </ac:grpSpMkLst>
        </pc:grpChg>
        <pc:picChg chg="del">
          <ac:chgData name="Hejia Qiu" userId="11330c03-db52-4a21-b136-9dc8d2118c1f" providerId="ADAL" clId="{045271D5-DBC7-4BD7-AD90-E3985A09B9F4}" dt="2025-09-01T07:50:53.108" v="244" actId="478"/>
          <ac:picMkLst>
            <pc:docMk/>
            <pc:sldMk cId="0" sldId="313"/>
            <ac:picMk id="2" creationId="{00000000-0000-0000-0000-000000000000}"/>
          </ac:picMkLst>
        </pc:picChg>
        <pc:picChg chg="add del mod">
          <ac:chgData name="Hejia Qiu" userId="11330c03-db52-4a21-b136-9dc8d2118c1f" providerId="ADAL" clId="{045271D5-DBC7-4BD7-AD90-E3985A09B9F4}" dt="2025-09-01T07:51:26.543" v="249" actId="478"/>
          <ac:picMkLst>
            <pc:docMk/>
            <pc:sldMk cId="0" sldId="313"/>
            <ac:picMk id="4" creationId="{248D525A-1376-40D5-9015-16169F992A44}"/>
          </ac:picMkLst>
        </pc:picChg>
        <pc:picChg chg="add mod">
          <ac:chgData name="Hejia Qiu" userId="11330c03-db52-4a21-b136-9dc8d2118c1f" providerId="ADAL" clId="{045271D5-DBC7-4BD7-AD90-E3985A09B9F4}" dt="2025-09-01T07:51:36.100" v="254" actId="1076"/>
          <ac:picMkLst>
            <pc:docMk/>
            <pc:sldMk cId="0" sldId="313"/>
            <ac:picMk id="12" creationId="{EAD77BB5-C9AB-4A2B-B32A-0A180F74840B}"/>
          </ac:picMkLst>
        </pc:picChg>
      </pc:sldChg>
      <pc:sldChg chg="addSp delSp modSp add mod">
        <pc:chgData name="Hejia Qiu" userId="11330c03-db52-4a21-b136-9dc8d2118c1f" providerId="ADAL" clId="{045271D5-DBC7-4BD7-AD90-E3985A09B9F4}" dt="2025-09-01T09:09:04.483" v="759" actId="1076"/>
        <pc:sldMkLst>
          <pc:docMk/>
          <pc:sldMk cId="1221336005" sldId="314"/>
        </pc:sldMkLst>
        <pc:spChg chg="del">
          <ac:chgData name="Hejia Qiu" userId="11330c03-db52-4a21-b136-9dc8d2118c1f" providerId="ADAL" clId="{045271D5-DBC7-4BD7-AD90-E3985A09B9F4}" dt="2025-09-01T07:49:34.328" v="229" actId="478"/>
          <ac:spMkLst>
            <pc:docMk/>
            <pc:sldMk cId="1221336005" sldId="314"/>
            <ac:spMk id="2" creationId="{00000000-0000-0000-0000-000000000000}"/>
          </ac:spMkLst>
        </pc:spChg>
        <pc:spChg chg="del">
          <ac:chgData name="Hejia Qiu" userId="11330c03-db52-4a21-b136-9dc8d2118c1f" providerId="ADAL" clId="{045271D5-DBC7-4BD7-AD90-E3985A09B9F4}" dt="2025-09-01T07:49:34.328" v="229" actId="478"/>
          <ac:spMkLst>
            <pc:docMk/>
            <pc:sldMk cId="1221336005" sldId="314"/>
            <ac:spMk id="3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9:04.483" v="759" actId="1076"/>
          <ac:spMkLst>
            <pc:docMk/>
            <pc:sldMk cId="1221336005" sldId="314"/>
            <ac:spMk id="11" creationId="{00000000-0000-0000-0000-000000000000}"/>
          </ac:spMkLst>
        </pc:spChg>
        <pc:spChg chg="del">
          <ac:chgData name="Hejia Qiu" userId="11330c03-db52-4a21-b136-9dc8d2118c1f" providerId="ADAL" clId="{045271D5-DBC7-4BD7-AD90-E3985A09B9F4}" dt="2025-09-01T07:49:34.328" v="229" actId="478"/>
          <ac:spMkLst>
            <pc:docMk/>
            <pc:sldMk cId="1221336005" sldId="314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8:53.107" v="758" actId="478"/>
          <ac:grpSpMkLst>
            <pc:docMk/>
            <pc:sldMk cId="1221336005" sldId="314"/>
            <ac:grpSpMk id="10" creationId="{00000000-0000-0000-0000-000000000000}"/>
          </ac:grpSpMkLst>
        </pc:grpChg>
        <pc:picChg chg="add del mod">
          <ac:chgData name="Hejia Qiu" userId="11330c03-db52-4a21-b136-9dc8d2118c1f" providerId="ADAL" clId="{045271D5-DBC7-4BD7-AD90-E3985A09B9F4}" dt="2025-09-01T07:49:31.149" v="228" actId="478"/>
          <ac:picMkLst>
            <pc:docMk/>
            <pc:sldMk cId="1221336005" sldId="314"/>
            <ac:picMk id="9" creationId="{85F91FAB-A0DB-4F1C-81C8-9DEB68FE8A67}"/>
          </ac:picMkLst>
        </pc:picChg>
        <pc:picChg chg="add mod">
          <ac:chgData name="Hejia Qiu" userId="11330c03-db52-4a21-b136-9dc8d2118c1f" providerId="ADAL" clId="{045271D5-DBC7-4BD7-AD90-E3985A09B9F4}" dt="2025-09-01T09:09:04.483" v="759" actId="1076"/>
          <ac:picMkLst>
            <pc:docMk/>
            <pc:sldMk cId="1221336005" sldId="314"/>
            <ac:picMk id="13" creationId="{399AD139-2A30-49A5-8AE4-DA3A18EBA2FE}"/>
          </ac:picMkLst>
        </pc:picChg>
      </pc:sldChg>
      <pc:sldChg chg="addSp delSp modSp add mod">
        <pc:chgData name="Hejia Qiu" userId="11330c03-db52-4a21-b136-9dc8d2118c1f" providerId="ADAL" clId="{045271D5-DBC7-4BD7-AD90-E3985A09B9F4}" dt="2025-09-01T09:09:14.132" v="765" actId="1076"/>
        <pc:sldMkLst>
          <pc:docMk/>
          <pc:sldMk cId="3842235890" sldId="315"/>
        </pc:sldMkLst>
        <pc:spChg chg="del">
          <ac:chgData name="Hejia Qiu" userId="11330c03-db52-4a21-b136-9dc8d2118c1f" providerId="ADAL" clId="{045271D5-DBC7-4BD7-AD90-E3985A09B9F4}" dt="2025-09-01T07:50:00.482" v="235" actId="478"/>
          <ac:spMkLst>
            <pc:docMk/>
            <pc:sldMk cId="3842235890" sldId="315"/>
            <ac:spMk id="2" creationId="{00000000-0000-0000-0000-000000000000}"/>
          </ac:spMkLst>
        </pc:spChg>
        <pc:spChg chg="del">
          <ac:chgData name="Hejia Qiu" userId="11330c03-db52-4a21-b136-9dc8d2118c1f" providerId="ADAL" clId="{045271D5-DBC7-4BD7-AD90-E3985A09B9F4}" dt="2025-09-01T07:50:00.482" v="235" actId="478"/>
          <ac:spMkLst>
            <pc:docMk/>
            <pc:sldMk cId="3842235890" sldId="315"/>
            <ac:spMk id="3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9:14.132" v="765" actId="1076"/>
          <ac:spMkLst>
            <pc:docMk/>
            <pc:sldMk cId="3842235890" sldId="315"/>
            <ac:spMk id="11" creationId="{00000000-0000-0000-0000-000000000000}"/>
          </ac:spMkLst>
        </pc:spChg>
        <pc:spChg chg="del">
          <ac:chgData name="Hejia Qiu" userId="11330c03-db52-4a21-b136-9dc8d2118c1f" providerId="ADAL" clId="{045271D5-DBC7-4BD7-AD90-E3985A09B9F4}" dt="2025-09-01T07:50:00.482" v="235" actId="478"/>
          <ac:spMkLst>
            <pc:docMk/>
            <pc:sldMk cId="3842235890" sldId="315"/>
            <ac:spMk id="31" creationId="{00000000-0000-0000-0000-000000000000}"/>
          </ac:spMkLst>
        </pc:spChg>
        <pc:grpChg chg="del mod">
          <ac:chgData name="Hejia Qiu" userId="11330c03-db52-4a21-b136-9dc8d2118c1f" providerId="ADAL" clId="{045271D5-DBC7-4BD7-AD90-E3985A09B9F4}" dt="2025-09-01T09:09:12.282" v="764" actId="478"/>
          <ac:grpSpMkLst>
            <pc:docMk/>
            <pc:sldMk cId="3842235890" sldId="315"/>
            <ac:grpSpMk id="10" creationId="{00000000-0000-0000-0000-000000000000}"/>
          </ac:grpSpMkLst>
        </pc:grpChg>
        <pc:picChg chg="add mod">
          <ac:chgData name="Hejia Qiu" userId="11330c03-db52-4a21-b136-9dc8d2118c1f" providerId="ADAL" clId="{045271D5-DBC7-4BD7-AD90-E3985A09B9F4}" dt="2025-09-01T09:09:14.132" v="765" actId="1076"/>
          <ac:picMkLst>
            <pc:docMk/>
            <pc:sldMk cId="3842235890" sldId="315"/>
            <ac:picMk id="9" creationId="{2D5EA131-37DD-4CA9-8764-6D1E7A984115}"/>
          </ac:picMkLst>
        </pc:picChg>
      </pc:sldChg>
      <pc:sldChg chg="delSp add mod">
        <pc:chgData name="Hejia Qiu" userId="11330c03-db52-4a21-b136-9dc8d2118c1f" providerId="ADAL" clId="{045271D5-DBC7-4BD7-AD90-E3985A09B9F4}" dt="2025-09-01T09:09:24.295" v="769" actId="478"/>
        <pc:sldMkLst>
          <pc:docMk/>
          <pc:sldMk cId="998197225" sldId="316"/>
        </pc:sldMkLst>
        <pc:grpChg chg="del">
          <ac:chgData name="Hejia Qiu" userId="11330c03-db52-4a21-b136-9dc8d2118c1f" providerId="ADAL" clId="{045271D5-DBC7-4BD7-AD90-E3985A09B9F4}" dt="2025-09-01T09:09:24.295" v="769" actId="478"/>
          <ac:grpSpMkLst>
            <pc:docMk/>
            <pc:sldMk cId="998197225" sldId="316"/>
            <ac:grpSpMk id="10" creationId="{00000000-0000-0000-0000-000000000000}"/>
          </ac:grpSpMkLst>
        </pc:grpChg>
      </pc:sldChg>
      <pc:sldChg chg="addSp delSp modSp add mod">
        <pc:chgData name="Hejia Qiu" userId="11330c03-db52-4a21-b136-9dc8d2118c1f" providerId="ADAL" clId="{045271D5-DBC7-4BD7-AD90-E3985A09B9F4}" dt="2025-09-01T09:09:33.876" v="773" actId="1076"/>
        <pc:sldMkLst>
          <pc:docMk/>
          <pc:sldMk cId="3206594604" sldId="317"/>
        </pc:sldMkLst>
        <pc:spChg chg="del">
          <ac:chgData name="Hejia Qiu" userId="11330c03-db52-4a21-b136-9dc8d2118c1f" providerId="ADAL" clId="{045271D5-DBC7-4BD7-AD90-E3985A09B9F4}" dt="2025-09-01T07:52:18.891" v="256" actId="478"/>
          <ac:spMkLst>
            <pc:docMk/>
            <pc:sldMk cId="3206594604" sldId="317"/>
            <ac:spMk id="2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09:33.876" v="773" actId="1076"/>
          <ac:spMkLst>
            <pc:docMk/>
            <pc:sldMk cId="3206594604" sldId="317"/>
            <ac:spMk id="11" creationId="{00000000-0000-0000-0000-000000000000}"/>
          </ac:spMkLst>
        </pc:spChg>
        <pc:spChg chg="add mod">
          <ac:chgData name="Hejia Qiu" userId="11330c03-db52-4a21-b136-9dc8d2118c1f" providerId="ADAL" clId="{045271D5-DBC7-4BD7-AD90-E3985A09B9F4}" dt="2025-09-01T09:09:33.876" v="773" actId="1076"/>
          <ac:spMkLst>
            <pc:docMk/>
            <pc:sldMk cId="3206594604" sldId="317"/>
            <ac:spMk id="12" creationId="{814FB149-4F3F-4C65-BC64-7882FE423CD5}"/>
          </ac:spMkLst>
        </pc:spChg>
        <pc:spChg chg="del">
          <ac:chgData name="Hejia Qiu" userId="11330c03-db52-4a21-b136-9dc8d2118c1f" providerId="ADAL" clId="{045271D5-DBC7-4BD7-AD90-E3985A09B9F4}" dt="2025-09-01T07:52:18.891" v="256" actId="478"/>
          <ac:spMkLst>
            <pc:docMk/>
            <pc:sldMk cId="3206594604" sldId="317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9:30.750" v="772" actId="478"/>
          <ac:grpSpMkLst>
            <pc:docMk/>
            <pc:sldMk cId="3206594604" sldId="317"/>
            <ac:grpSpMk id="10" creationId="{00000000-0000-0000-0000-000000000000}"/>
          </ac:grpSpMkLst>
        </pc:grpChg>
        <pc:picChg chg="add mod">
          <ac:chgData name="Hejia Qiu" userId="11330c03-db52-4a21-b136-9dc8d2118c1f" providerId="ADAL" clId="{045271D5-DBC7-4BD7-AD90-E3985A09B9F4}" dt="2025-09-01T09:09:33.876" v="773" actId="1076"/>
          <ac:picMkLst>
            <pc:docMk/>
            <pc:sldMk cId="3206594604" sldId="317"/>
            <ac:picMk id="4" creationId="{CE5B512E-6450-490C-8978-79463AF8B79A}"/>
          </ac:picMkLst>
        </pc:picChg>
      </pc:sldChg>
      <pc:sldChg chg="addSp delSp modSp add mod">
        <pc:chgData name="Hejia Qiu" userId="11330c03-db52-4a21-b136-9dc8d2118c1f" providerId="ADAL" clId="{045271D5-DBC7-4BD7-AD90-E3985A09B9F4}" dt="2025-09-01T09:10:02.597" v="779" actId="1076"/>
        <pc:sldMkLst>
          <pc:docMk/>
          <pc:sldMk cId="3601608428" sldId="318"/>
        </pc:sldMkLst>
        <pc:spChg chg="mod">
          <ac:chgData name="Hejia Qiu" userId="11330c03-db52-4a21-b136-9dc8d2118c1f" providerId="ADAL" clId="{045271D5-DBC7-4BD7-AD90-E3985A09B9F4}" dt="2025-09-01T09:09:58.050" v="778" actId="1076"/>
          <ac:spMkLst>
            <pc:docMk/>
            <pc:sldMk cId="3601608428" sldId="318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0:02.597" v="779" actId="1076"/>
          <ac:spMkLst>
            <pc:docMk/>
            <pc:sldMk cId="3601608428" sldId="318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09:53.291" v="777" actId="478"/>
          <ac:grpSpMkLst>
            <pc:docMk/>
            <pc:sldMk cId="3601608428" sldId="318"/>
            <ac:grpSpMk id="10" creationId="{00000000-0000-0000-0000-000000000000}"/>
          </ac:grpSpMkLst>
        </pc:grpChg>
        <pc:picChg chg="del">
          <ac:chgData name="Hejia Qiu" userId="11330c03-db52-4a21-b136-9dc8d2118c1f" providerId="ADAL" clId="{045271D5-DBC7-4BD7-AD90-E3985A09B9F4}" dt="2025-09-01T07:53:18.010" v="275" actId="478"/>
          <ac:picMkLst>
            <pc:docMk/>
            <pc:sldMk cId="3601608428" sldId="318"/>
            <ac:picMk id="3" creationId="{4A7D98F7-52E3-487D-A4AF-6EB16A1575EF}"/>
          </ac:picMkLst>
        </pc:picChg>
        <pc:picChg chg="add del mod">
          <ac:chgData name="Hejia Qiu" userId="11330c03-db52-4a21-b136-9dc8d2118c1f" providerId="ADAL" clId="{045271D5-DBC7-4BD7-AD90-E3985A09B9F4}" dt="2025-09-01T07:57:08.859" v="469" actId="478"/>
          <ac:picMkLst>
            <pc:docMk/>
            <pc:sldMk cId="3601608428" sldId="318"/>
            <ac:picMk id="4" creationId="{2E33356D-9860-4409-95D1-4EB9FA1B6A61}"/>
          </ac:picMkLst>
        </pc:picChg>
        <pc:picChg chg="del">
          <ac:chgData name="Hejia Qiu" userId="11330c03-db52-4a21-b136-9dc8d2118c1f" providerId="ADAL" clId="{045271D5-DBC7-4BD7-AD90-E3985A09B9F4}" dt="2025-09-01T07:53:17.531" v="274" actId="478"/>
          <ac:picMkLst>
            <pc:docMk/>
            <pc:sldMk cId="3601608428" sldId="318"/>
            <ac:picMk id="9" creationId="{D93AA8AF-5E00-4D2B-B70C-29F9352F3994}"/>
          </ac:picMkLst>
        </pc:picChg>
      </pc:sldChg>
      <pc:sldChg chg="addSp delSp modSp add mod">
        <pc:chgData name="Hejia Qiu" userId="11330c03-db52-4a21-b136-9dc8d2118c1f" providerId="ADAL" clId="{045271D5-DBC7-4BD7-AD90-E3985A09B9F4}" dt="2025-09-01T09:12:43.250" v="823" actId="20577"/>
        <pc:sldMkLst>
          <pc:docMk/>
          <pc:sldMk cId="2597887571" sldId="319"/>
        </pc:sldMkLst>
        <pc:spChg chg="mod">
          <ac:chgData name="Hejia Qiu" userId="11330c03-db52-4a21-b136-9dc8d2118c1f" providerId="ADAL" clId="{045271D5-DBC7-4BD7-AD90-E3985A09B9F4}" dt="2025-09-01T09:12:43.250" v="823" actId="20577"/>
          <ac:spMkLst>
            <pc:docMk/>
            <pc:sldMk cId="2597887571" sldId="319"/>
            <ac:spMk id="11" creationId="{00000000-0000-0000-0000-000000000000}"/>
          </ac:spMkLst>
        </pc:spChg>
        <pc:spChg chg="mod">
          <ac:chgData name="Hejia Qiu" userId="11330c03-db52-4a21-b136-9dc8d2118c1f" providerId="ADAL" clId="{045271D5-DBC7-4BD7-AD90-E3985A09B9F4}" dt="2025-09-01T09:10:09.636" v="781" actId="1076"/>
          <ac:spMkLst>
            <pc:docMk/>
            <pc:sldMk cId="2597887571" sldId="319"/>
            <ac:spMk id="31" creationId="{00000000-0000-0000-0000-000000000000}"/>
          </ac:spMkLst>
        </pc:spChg>
        <pc:grpChg chg="del">
          <ac:chgData name="Hejia Qiu" userId="11330c03-db52-4a21-b136-9dc8d2118c1f" providerId="ADAL" clId="{045271D5-DBC7-4BD7-AD90-E3985A09B9F4}" dt="2025-09-01T09:10:05.497" v="780" actId="478"/>
          <ac:grpSpMkLst>
            <pc:docMk/>
            <pc:sldMk cId="2597887571" sldId="319"/>
            <ac:grpSpMk id="10" creationId="{00000000-0000-0000-0000-000000000000}"/>
          </ac:grpSpMkLst>
        </pc:grpChg>
        <pc:picChg chg="add mod">
          <ac:chgData name="Hejia Qiu" userId="11330c03-db52-4a21-b136-9dc8d2118c1f" providerId="ADAL" clId="{045271D5-DBC7-4BD7-AD90-E3985A09B9F4}" dt="2025-09-01T09:10:09.636" v="781" actId="1076"/>
          <ac:picMkLst>
            <pc:docMk/>
            <pc:sldMk cId="2597887571" sldId="319"/>
            <ac:picMk id="3" creationId="{AE50792E-9042-4BCD-B577-3BB8D2BD5029}"/>
          </ac:picMkLst>
        </pc:picChg>
        <pc:picChg chg="add mod">
          <ac:chgData name="Hejia Qiu" userId="11330c03-db52-4a21-b136-9dc8d2118c1f" providerId="ADAL" clId="{045271D5-DBC7-4BD7-AD90-E3985A09B9F4}" dt="2025-09-01T09:10:09.636" v="781" actId="1076"/>
          <ac:picMkLst>
            <pc:docMk/>
            <pc:sldMk cId="2597887571" sldId="319"/>
            <ac:picMk id="9" creationId="{262C0810-71C6-4013-9275-98D5B625BC82}"/>
          </ac:picMkLst>
        </pc:picChg>
      </pc:sldChg>
      <pc:sldChg chg="modSp add mod ord">
        <pc:chgData name="Hejia Qiu" userId="11330c03-db52-4a21-b136-9dc8d2118c1f" providerId="ADAL" clId="{045271D5-DBC7-4BD7-AD90-E3985A09B9F4}" dt="2025-09-01T09:02:30.541" v="620"/>
        <pc:sldMkLst>
          <pc:docMk/>
          <pc:sldMk cId="3589992701" sldId="320"/>
        </pc:sldMkLst>
        <pc:spChg chg="mod">
          <ac:chgData name="Hejia Qiu" userId="11330c03-db52-4a21-b136-9dc8d2118c1f" providerId="ADAL" clId="{045271D5-DBC7-4BD7-AD90-E3985A09B9F4}" dt="2025-09-01T09:02:28.169" v="618" actId="20577"/>
          <ac:spMkLst>
            <pc:docMk/>
            <pc:sldMk cId="3589992701" sldId="320"/>
            <ac:spMk id="2" creationId="{0ADE4E62-524F-439C-9CE3-958594ED6425}"/>
          </ac:spMkLst>
        </pc:spChg>
        <pc:spChg chg="mod">
          <ac:chgData name="Hejia Qiu" userId="11330c03-db52-4a21-b136-9dc8d2118c1f" providerId="ADAL" clId="{045271D5-DBC7-4BD7-AD90-E3985A09B9F4}" dt="2025-09-01T09:02:17.115" v="615" actId="255"/>
          <ac:spMkLst>
            <pc:docMk/>
            <pc:sldMk cId="3589992701" sldId="320"/>
            <ac:spMk id="3" creationId="{E49AD9DC-2398-4FDB-9B6A-9D2D72B2A5AE}"/>
          </ac:spMkLst>
        </pc:spChg>
      </pc:sldChg>
      <pc:sldChg chg="modSp add mod">
        <pc:chgData name="Hejia Qiu" userId="11330c03-db52-4a21-b136-9dc8d2118c1f" providerId="ADAL" clId="{045271D5-DBC7-4BD7-AD90-E3985A09B9F4}" dt="2025-09-01T09:03:01.647" v="647" actId="20577"/>
        <pc:sldMkLst>
          <pc:docMk/>
          <pc:sldMk cId="1960909022" sldId="321"/>
        </pc:sldMkLst>
        <pc:spChg chg="mod">
          <ac:chgData name="Hejia Qiu" userId="11330c03-db52-4a21-b136-9dc8d2118c1f" providerId="ADAL" clId="{045271D5-DBC7-4BD7-AD90-E3985A09B9F4}" dt="2025-09-01T09:03:01.647" v="647" actId="20577"/>
          <ac:spMkLst>
            <pc:docMk/>
            <pc:sldMk cId="1960909022" sldId="321"/>
            <ac:spMk id="3" creationId="{65FA8748-79D5-4A1F-99B4-8A5F4D8D4F25}"/>
          </ac:spMkLst>
        </pc:spChg>
      </pc:sldChg>
    </pc:docChg>
  </pc:docChgLst>
  <pc:docChgLst>
    <pc:chgData name="Hejia Qiu" userId="11330c03-db52-4a21-b136-9dc8d2118c1f" providerId="ADAL" clId="{B8C3051A-C86C-4CAE-A682-32AB7EE59AF4}"/>
    <pc:docChg chg="undo custSel addSld delSld modSld sldOrd">
      <pc:chgData name="Hejia Qiu" userId="11330c03-db52-4a21-b136-9dc8d2118c1f" providerId="ADAL" clId="{B8C3051A-C86C-4CAE-A682-32AB7EE59AF4}" dt="2025-10-21T10:22:47.848" v="1476" actId="1076"/>
      <pc:docMkLst>
        <pc:docMk/>
      </pc:docMkLst>
      <pc:sldChg chg="modSp mod">
        <pc:chgData name="Hejia Qiu" userId="11330c03-db52-4a21-b136-9dc8d2118c1f" providerId="ADAL" clId="{B8C3051A-C86C-4CAE-A682-32AB7EE59AF4}" dt="2025-10-21T10:13:18.786" v="1308" actId="20577"/>
        <pc:sldMkLst>
          <pc:docMk/>
          <pc:sldMk cId="0" sldId="259"/>
        </pc:sldMkLst>
        <pc:spChg chg="mod">
          <ac:chgData name="Hejia Qiu" userId="11330c03-db52-4a21-b136-9dc8d2118c1f" providerId="ADAL" clId="{B8C3051A-C86C-4CAE-A682-32AB7EE59AF4}" dt="2025-10-21T10:13:18.786" v="1308" actId="20577"/>
          <ac:spMkLst>
            <pc:docMk/>
            <pc:sldMk cId="0" sldId="259"/>
            <ac:spMk id="31" creationId="{00000000-0000-0000-0000-000000000000}"/>
          </ac:spMkLst>
        </pc:spChg>
      </pc:sldChg>
      <pc:sldChg chg="del">
        <pc:chgData name="Hejia Qiu" userId="11330c03-db52-4a21-b136-9dc8d2118c1f" providerId="ADAL" clId="{B8C3051A-C86C-4CAE-A682-32AB7EE59AF4}" dt="2025-10-21T08:59:44.087" v="850" actId="47"/>
        <pc:sldMkLst>
          <pc:docMk/>
          <pc:sldMk cId="0" sldId="286"/>
        </pc:sldMkLst>
      </pc:sldChg>
      <pc:sldChg chg="modSp mod">
        <pc:chgData name="Hejia Qiu" userId="11330c03-db52-4a21-b136-9dc8d2118c1f" providerId="ADAL" clId="{B8C3051A-C86C-4CAE-A682-32AB7EE59AF4}" dt="2025-10-21T08:59:21.934" v="849" actId="20577"/>
        <pc:sldMkLst>
          <pc:docMk/>
          <pc:sldMk cId="0" sldId="288"/>
        </pc:sldMkLst>
        <pc:spChg chg="mod">
          <ac:chgData name="Hejia Qiu" userId="11330c03-db52-4a21-b136-9dc8d2118c1f" providerId="ADAL" clId="{B8C3051A-C86C-4CAE-A682-32AB7EE59AF4}" dt="2025-10-21T08:59:21.934" v="849" actId="20577"/>
          <ac:spMkLst>
            <pc:docMk/>
            <pc:sldMk cId="0" sldId="288"/>
            <ac:spMk id="31" creationId="{00000000-0000-0000-0000-000000000000}"/>
          </ac:spMkLst>
        </pc:spChg>
      </pc:sldChg>
      <pc:sldChg chg="modSp mod">
        <pc:chgData name="Hejia Qiu" userId="11330c03-db52-4a21-b136-9dc8d2118c1f" providerId="ADAL" clId="{B8C3051A-C86C-4CAE-A682-32AB7EE59AF4}" dt="2025-10-14T08:29:32.547" v="6" actId="20577"/>
        <pc:sldMkLst>
          <pc:docMk/>
          <pc:sldMk cId="0" sldId="292"/>
        </pc:sldMkLst>
        <pc:spChg chg="mod">
          <ac:chgData name="Hejia Qiu" userId="11330c03-db52-4a21-b136-9dc8d2118c1f" providerId="ADAL" clId="{B8C3051A-C86C-4CAE-A682-32AB7EE59AF4}" dt="2025-10-14T08:29:32.547" v="6" actId="20577"/>
          <ac:spMkLst>
            <pc:docMk/>
            <pc:sldMk cId="0" sldId="292"/>
            <ac:spMk id="31" creationId="{00000000-0000-0000-0000-000000000000}"/>
          </ac:spMkLst>
        </pc:spChg>
      </pc:sldChg>
      <pc:sldChg chg="del">
        <pc:chgData name="Hejia Qiu" userId="11330c03-db52-4a21-b136-9dc8d2118c1f" providerId="ADAL" clId="{B8C3051A-C86C-4CAE-A682-32AB7EE59AF4}" dt="2025-10-14T08:20:25.199" v="0" actId="47"/>
        <pc:sldMkLst>
          <pc:docMk/>
          <pc:sldMk cId="0" sldId="293"/>
        </pc:sldMkLst>
      </pc:sldChg>
      <pc:sldChg chg="modSp mod">
        <pc:chgData name="Hejia Qiu" userId="11330c03-db52-4a21-b136-9dc8d2118c1f" providerId="ADAL" clId="{B8C3051A-C86C-4CAE-A682-32AB7EE59AF4}" dt="2025-10-21T08:28:43.825" v="168" actId="20577"/>
        <pc:sldMkLst>
          <pc:docMk/>
          <pc:sldMk cId="2597887571" sldId="319"/>
        </pc:sldMkLst>
        <pc:spChg chg="mod">
          <ac:chgData name="Hejia Qiu" userId="11330c03-db52-4a21-b136-9dc8d2118c1f" providerId="ADAL" clId="{B8C3051A-C86C-4CAE-A682-32AB7EE59AF4}" dt="2025-10-21T08:28:43.825" v="168" actId="20577"/>
          <ac:spMkLst>
            <pc:docMk/>
            <pc:sldMk cId="2597887571" sldId="319"/>
            <ac:spMk id="11" creationId="{00000000-0000-0000-0000-000000000000}"/>
          </ac:spMkLst>
        </pc:spChg>
      </pc:sldChg>
      <pc:sldChg chg="modSp mod">
        <pc:chgData name="Hejia Qiu" userId="11330c03-db52-4a21-b136-9dc8d2118c1f" providerId="ADAL" clId="{B8C3051A-C86C-4CAE-A682-32AB7EE59AF4}" dt="2025-10-21T09:00:14.051" v="888" actId="20577"/>
        <pc:sldMkLst>
          <pc:docMk/>
          <pc:sldMk cId="1960909022" sldId="321"/>
        </pc:sldMkLst>
        <pc:spChg chg="mod">
          <ac:chgData name="Hejia Qiu" userId="11330c03-db52-4a21-b136-9dc8d2118c1f" providerId="ADAL" clId="{B8C3051A-C86C-4CAE-A682-32AB7EE59AF4}" dt="2025-10-21T09:00:14.051" v="888" actId="20577"/>
          <ac:spMkLst>
            <pc:docMk/>
            <pc:sldMk cId="1960909022" sldId="321"/>
            <ac:spMk id="3" creationId="{65FA8748-79D5-4A1F-99B4-8A5F4D8D4F25}"/>
          </ac:spMkLst>
        </pc:spChg>
      </pc:sldChg>
      <pc:sldChg chg="addSp delSp modSp new mod ord">
        <pc:chgData name="Hejia Qiu" userId="11330c03-db52-4a21-b136-9dc8d2118c1f" providerId="ADAL" clId="{B8C3051A-C86C-4CAE-A682-32AB7EE59AF4}" dt="2025-10-21T08:32:19.109" v="268" actId="1076"/>
        <pc:sldMkLst>
          <pc:docMk/>
          <pc:sldMk cId="3483702150" sldId="322"/>
        </pc:sldMkLst>
        <pc:spChg chg="del">
          <ac:chgData name="Hejia Qiu" userId="11330c03-db52-4a21-b136-9dc8d2118c1f" providerId="ADAL" clId="{B8C3051A-C86C-4CAE-A682-32AB7EE59AF4}" dt="2025-10-21T08:28:36.696" v="165" actId="478"/>
          <ac:spMkLst>
            <pc:docMk/>
            <pc:sldMk cId="3483702150" sldId="322"/>
            <ac:spMk id="2" creationId="{F98BBB78-7E07-461C-96AA-FA46826C097F}"/>
          </ac:spMkLst>
        </pc:spChg>
        <pc:spChg chg="del">
          <ac:chgData name="Hejia Qiu" userId="11330c03-db52-4a21-b136-9dc8d2118c1f" providerId="ADAL" clId="{B8C3051A-C86C-4CAE-A682-32AB7EE59AF4}" dt="2025-10-21T08:29:19.732" v="170" actId="478"/>
          <ac:spMkLst>
            <pc:docMk/>
            <pc:sldMk cId="3483702150" sldId="322"/>
            <ac:spMk id="3" creationId="{87EF636E-0612-4688-8C77-1F938FA5800F}"/>
          </ac:spMkLst>
        </pc:spChg>
        <pc:spChg chg="add mod">
          <ac:chgData name="Hejia Qiu" userId="11330c03-db52-4a21-b136-9dc8d2118c1f" providerId="ADAL" clId="{B8C3051A-C86C-4CAE-A682-32AB7EE59AF4}" dt="2025-10-21T08:30:47.432" v="212" actId="20577"/>
          <ac:spMkLst>
            <pc:docMk/>
            <pc:sldMk cId="3483702150" sldId="322"/>
            <ac:spMk id="4" creationId="{BB725185-A253-48E7-AFF3-6C64C1722D90}"/>
          </ac:spMkLst>
        </pc:spChg>
        <pc:spChg chg="add del mod">
          <ac:chgData name="Hejia Qiu" userId="11330c03-db52-4a21-b136-9dc8d2118c1f" providerId="ADAL" clId="{B8C3051A-C86C-4CAE-A682-32AB7EE59AF4}" dt="2025-10-21T08:29:30.239" v="173" actId="478"/>
          <ac:spMkLst>
            <pc:docMk/>
            <pc:sldMk cId="3483702150" sldId="322"/>
            <ac:spMk id="6" creationId="{F3C715EF-2002-4AAC-9CFF-48FE2000596D}"/>
          </ac:spMkLst>
        </pc:spChg>
        <pc:spChg chg="add del mod">
          <ac:chgData name="Hejia Qiu" userId="11330c03-db52-4a21-b136-9dc8d2118c1f" providerId="ADAL" clId="{B8C3051A-C86C-4CAE-A682-32AB7EE59AF4}" dt="2025-10-21T08:30:01.402" v="203" actId="478"/>
          <ac:spMkLst>
            <pc:docMk/>
            <pc:sldMk cId="3483702150" sldId="322"/>
            <ac:spMk id="8" creationId="{4EB99D30-66BD-474B-A539-881055F22589}"/>
          </ac:spMkLst>
        </pc:spChg>
        <pc:spChg chg="add mod">
          <ac:chgData name="Hejia Qiu" userId="11330c03-db52-4a21-b136-9dc8d2118c1f" providerId="ADAL" clId="{B8C3051A-C86C-4CAE-A682-32AB7EE59AF4}" dt="2025-10-21T08:31:01.538" v="247" actId="20577"/>
          <ac:spMkLst>
            <pc:docMk/>
            <pc:sldMk cId="3483702150" sldId="322"/>
            <ac:spMk id="9" creationId="{D43A17C6-A4B2-494D-A5DC-E7E5FD3C774D}"/>
          </ac:spMkLst>
        </pc:spChg>
        <pc:picChg chg="add mod">
          <ac:chgData name="Hejia Qiu" userId="11330c03-db52-4a21-b136-9dc8d2118c1f" providerId="ADAL" clId="{B8C3051A-C86C-4CAE-A682-32AB7EE59AF4}" dt="2025-10-21T08:32:19.109" v="268" actId="1076"/>
          <ac:picMkLst>
            <pc:docMk/>
            <pc:sldMk cId="3483702150" sldId="322"/>
            <ac:picMk id="11" creationId="{CC5ABE8F-C80D-4651-A1A0-92A2ABD0DBFE}"/>
          </ac:picMkLst>
        </pc:picChg>
        <pc:picChg chg="add mod">
          <ac:chgData name="Hejia Qiu" userId="11330c03-db52-4a21-b136-9dc8d2118c1f" providerId="ADAL" clId="{B8C3051A-C86C-4CAE-A682-32AB7EE59AF4}" dt="2025-10-21T08:31:34.218" v="254" actId="14100"/>
          <ac:picMkLst>
            <pc:docMk/>
            <pc:sldMk cId="3483702150" sldId="322"/>
            <ac:picMk id="13" creationId="{4DA3272C-8364-4132-B8F8-902A6D1A5E84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08:36:48.565" v="375" actId="20577"/>
        <pc:sldMkLst>
          <pc:docMk/>
          <pc:sldMk cId="45725680" sldId="323"/>
        </pc:sldMkLst>
        <pc:spChg chg="add del mod">
          <ac:chgData name="Hejia Qiu" userId="11330c03-db52-4a21-b136-9dc8d2118c1f" providerId="ADAL" clId="{B8C3051A-C86C-4CAE-A682-32AB7EE59AF4}" dt="2025-10-21T08:25:03.959" v="100" actId="478"/>
          <ac:spMkLst>
            <pc:docMk/>
            <pc:sldMk cId="45725680" sldId="323"/>
            <ac:spMk id="8" creationId="{0BEAB015-4F6E-48EE-9ACB-3938C637ECBA}"/>
          </ac:spMkLst>
        </pc:spChg>
        <pc:spChg chg="add mod">
          <ac:chgData name="Hejia Qiu" userId="11330c03-db52-4a21-b136-9dc8d2118c1f" providerId="ADAL" clId="{B8C3051A-C86C-4CAE-A682-32AB7EE59AF4}" dt="2025-10-21T08:26:55.511" v="159" actId="20577"/>
          <ac:spMkLst>
            <pc:docMk/>
            <pc:sldMk cId="45725680" sldId="323"/>
            <ac:spMk id="9" creationId="{8E33E0C7-E36F-4196-BDB5-C12447598566}"/>
          </ac:spMkLst>
        </pc:spChg>
        <pc:spChg chg="mod">
          <ac:chgData name="Hejia Qiu" userId="11330c03-db52-4a21-b136-9dc8d2118c1f" providerId="ADAL" clId="{B8C3051A-C86C-4CAE-A682-32AB7EE59AF4}" dt="2025-10-21T08:36:36.481" v="352"/>
          <ac:spMkLst>
            <pc:docMk/>
            <pc:sldMk cId="45725680" sldId="323"/>
            <ac:spMk id="11" creationId="{00000000-0000-0000-0000-000000000000}"/>
          </ac:spMkLst>
        </pc:spChg>
        <pc:spChg chg="mod">
          <ac:chgData name="Hejia Qiu" userId="11330c03-db52-4a21-b136-9dc8d2118c1f" providerId="ADAL" clId="{B8C3051A-C86C-4CAE-A682-32AB7EE59AF4}" dt="2025-10-21T08:36:48.565" v="375" actId="20577"/>
          <ac:spMkLst>
            <pc:docMk/>
            <pc:sldMk cId="45725680" sldId="323"/>
            <ac:spMk id="12" creationId="{814FB149-4F3F-4C65-BC64-7882FE423CD5}"/>
          </ac:spMkLst>
        </pc:spChg>
        <pc:picChg chg="add mod">
          <ac:chgData name="Hejia Qiu" userId="11330c03-db52-4a21-b136-9dc8d2118c1f" providerId="ADAL" clId="{B8C3051A-C86C-4CAE-A682-32AB7EE59AF4}" dt="2025-10-21T08:25:13.314" v="105" actId="1076"/>
          <ac:picMkLst>
            <pc:docMk/>
            <pc:sldMk cId="45725680" sldId="323"/>
            <ac:picMk id="3" creationId="{4B76B802-544C-4970-8328-8AAD71C33D34}"/>
          </ac:picMkLst>
        </pc:picChg>
        <pc:picChg chg="del">
          <ac:chgData name="Hejia Qiu" userId="11330c03-db52-4a21-b136-9dc8d2118c1f" providerId="ADAL" clId="{B8C3051A-C86C-4CAE-A682-32AB7EE59AF4}" dt="2025-10-21T08:23:32.672" v="41" actId="478"/>
          <ac:picMkLst>
            <pc:docMk/>
            <pc:sldMk cId="45725680" sldId="323"/>
            <ac:picMk id="4" creationId="{CE5B512E-6450-490C-8978-79463AF8B79A}"/>
          </ac:picMkLst>
        </pc:picChg>
        <pc:picChg chg="add mod">
          <ac:chgData name="Hejia Qiu" userId="11330c03-db52-4a21-b136-9dc8d2118c1f" providerId="ADAL" clId="{B8C3051A-C86C-4CAE-A682-32AB7EE59AF4}" dt="2025-10-21T08:27:55.598" v="162" actId="1076"/>
          <ac:picMkLst>
            <pc:docMk/>
            <pc:sldMk cId="45725680" sldId="323"/>
            <ac:picMk id="7" creationId="{A4E8E16B-1238-42FF-86CB-50E798A5B79A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08:32:11.251" v="267" actId="478"/>
        <pc:sldMkLst>
          <pc:docMk/>
          <pc:sldMk cId="2446397784" sldId="324"/>
        </pc:sldMkLst>
        <pc:spChg chg="del">
          <ac:chgData name="Hejia Qiu" userId="11330c03-db52-4a21-b136-9dc8d2118c1f" providerId="ADAL" clId="{B8C3051A-C86C-4CAE-A682-32AB7EE59AF4}" dt="2025-10-21T08:32:01.257" v="264" actId="478"/>
          <ac:spMkLst>
            <pc:docMk/>
            <pc:sldMk cId="2446397784" sldId="324"/>
            <ac:spMk id="4" creationId="{BB725185-A253-48E7-AFF3-6C64C1722D90}"/>
          </ac:spMkLst>
        </pc:spChg>
        <pc:spChg chg="add mod">
          <ac:chgData name="Hejia Qiu" userId="11330c03-db52-4a21-b136-9dc8d2118c1f" providerId="ADAL" clId="{B8C3051A-C86C-4CAE-A682-32AB7EE59AF4}" dt="2025-10-21T08:32:06.946" v="266" actId="1076"/>
          <ac:spMkLst>
            <pc:docMk/>
            <pc:sldMk cId="2446397784" sldId="324"/>
            <ac:spMk id="7" creationId="{F6B1735F-F137-4C52-8F8D-907618DE31A0}"/>
          </ac:spMkLst>
        </pc:spChg>
        <pc:spChg chg="del">
          <ac:chgData name="Hejia Qiu" userId="11330c03-db52-4a21-b136-9dc8d2118c1f" providerId="ADAL" clId="{B8C3051A-C86C-4CAE-A682-32AB7EE59AF4}" dt="2025-10-21T08:32:11.251" v="267" actId="478"/>
          <ac:spMkLst>
            <pc:docMk/>
            <pc:sldMk cId="2446397784" sldId="324"/>
            <ac:spMk id="9" creationId="{D43A17C6-A4B2-494D-A5DC-E7E5FD3C774D}"/>
          </ac:spMkLst>
        </pc:spChg>
        <pc:spChg chg="add mod">
          <ac:chgData name="Hejia Qiu" userId="11330c03-db52-4a21-b136-9dc8d2118c1f" providerId="ADAL" clId="{B8C3051A-C86C-4CAE-A682-32AB7EE59AF4}" dt="2025-10-21T08:32:03.930" v="265" actId="1076"/>
          <ac:spMkLst>
            <pc:docMk/>
            <pc:sldMk cId="2446397784" sldId="324"/>
            <ac:spMk id="10" creationId="{4644F6DE-61F2-4D01-8619-1E9A0DFDFA5D}"/>
          </ac:spMkLst>
        </pc:spChg>
        <pc:picChg chg="del">
          <ac:chgData name="Hejia Qiu" userId="11330c03-db52-4a21-b136-9dc8d2118c1f" providerId="ADAL" clId="{B8C3051A-C86C-4CAE-A682-32AB7EE59AF4}" dt="2025-10-21T08:31:42.105" v="257" actId="478"/>
          <ac:picMkLst>
            <pc:docMk/>
            <pc:sldMk cId="2446397784" sldId="324"/>
            <ac:picMk id="11" creationId="{CC5ABE8F-C80D-4651-A1A0-92A2ABD0DBFE}"/>
          </ac:picMkLst>
        </pc:picChg>
        <pc:picChg chg="del">
          <ac:chgData name="Hejia Qiu" userId="11330c03-db52-4a21-b136-9dc8d2118c1f" providerId="ADAL" clId="{B8C3051A-C86C-4CAE-A682-32AB7EE59AF4}" dt="2025-10-21T08:31:42.477" v="258" actId="478"/>
          <ac:picMkLst>
            <pc:docMk/>
            <pc:sldMk cId="2446397784" sldId="324"/>
            <ac:picMk id="13" creationId="{4DA3272C-8364-4132-B8F8-902A6D1A5E84}"/>
          </ac:picMkLst>
        </pc:picChg>
      </pc:sldChg>
      <pc:sldChg chg="addSp delSp modSp add mod ord">
        <pc:chgData name="Hejia Qiu" userId="11330c03-db52-4a21-b136-9dc8d2118c1f" providerId="ADAL" clId="{B8C3051A-C86C-4CAE-A682-32AB7EE59AF4}" dt="2025-10-21T08:42:11.242" v="573" actId="478"/>
        <pc:sldMkLst>
          <pc:docMk/>
          <pc:sldMk cId="1977856634" sldId="325"/>
        </pc:sldMkLst>
        <pc:spChg chg="add del mod">
          <ac:chgData name="Hejia Qiu" userId="11330c03-db52-4a21-b136-9dc8d2118c1f" providerId="ADAL" clId="{B8C3051A-C86C-4CAE-A682-32AB7EE59AF4}" dt="2025-10-21T08:42:11.242" v="573" actId="478"/>
          <ac:spMkLst>
            <pc:docMk/>
            <pc:sldMk cId="1977856634" sldId="325"/>
            <ac:spMk id="8" creationId="{3F45F5F1-68A6-4570-B2EC-517E81D7FEEB}"/>
          </ac:spMkLst>
        </pc:spChg>
        <pc:spChg chg="mod">
          <ac:chgData name="Hejia Qiu" userId="11330c03-db52-4a21-b136-9dc8d2118c1f" providerId="ADAL" clId="{B8C3051A-C86C-4CAE-A682-32AB7EE59AF4}" dt="2025-10-21T08:36:11.401" v="348" actId="20577"/>
          <ac:spMkLst>
            <pc:docMk/>
            <pc:sldMk cId="1977856634" sldId="325"/>
            <ac:spMk id="9" creationId="{D43A17C6-A4B2-494D-A5DC-E7E5FD3C774D}"/>
          </ac:spMkLst>
        </pc:spChg>
        <pc:picChg chg="add mod">
          <ac:chgData name="Hejia Qiu" userId="11330c03-db52-4a21-b136-9dc8d2118c1f" providerId="ADAL" clId="{B8C3051A-C86C-4CAE-A682-32AB7EE59AF4}" dt="2025-10-21T08:42:09.214" v="572" actId="1076"/>
          <ac:picMkLst>
            <pc:docMk/>
            <pc:sldMk cId="1977856634" sldId="325"/>
            <ac:picMk id="3" creationId="{9243E7C2-8F54-4553-89FA-9F9C3564BCD5}"/>
          </ac:picMkLst>
        </pc:picChg>
        <pc:picChg chg="del">
          <ac:chgData name="Hejia Qiu" userId="11330c03-db52-4a21-b136-9dc8d2118c1f" providerId="ADAL" clId="{B8C3051A-C86C-4CAE-A682-32AB7EE59AF4}" dt="2025-10-21T08:33:01.757" v="295" actId="478"/>
          <ac:picMkLst>
            <pc:docMk/>
            <pc:sldMk cId="1977856634" sldId="325"/>
            <ac:picMk id="11" creationId="{CC5ABE8F-C80D-4651-A1A0-92A2ABD0DBFE}"/>
          </ac:picMkLst>
        </pc:picChg>
        <pc:picChg chg="del">
          <ac:chgData name="Hejia Qiu" userId="11330c03-db52-4a21-b136-9dc8d2118c1f" providerId="ADAL" clId="{B8C3051A-C86C-4CAE-A682-32AB7EE59AF4}" dt="2025-10-21T08:33:01.386" v="294" actId="478"/>
          <ac:picMkLst>
            <pc:docMk/>
            <pc:sldMk cId="1977856634" sldId="325"/>
            <ac:picMk id="13" creationId="{4DA3272C-8364-4132-B8F8-902A6D1A5E84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08:42:17.564" v="575" actId="1076"/>
        <pc:sldMkLst>
          <pc:docMk/>
          <pc:sldMk cId="2891396166" sldId="326"/>
        </pc:sldMkLst>
        <pc:spChg chg="del">
          <ac:chgData name="Hejia Qiu" userId="11330c03-db52-4a21-b136-9dc8d2118c1f" providerId="ADAL" clId="{B8C3051A-C86C-4CAE-A682-32AB7EE59AF4}" dt="2025-10-21T08:34:50.924" v="313" actId="478"/>
          <ac:spMkLst>
            <pc:docMk/>
            <pc:sldMk cId="2891396166" sldId="326"/>
            <ac:spMk id="4" creationId="{BB725185-A253-48E7-AFF3-6C64C1722D90}"/>
          </ac:spMkLst>
        </pc:spChg>
        <pc:spChg chg="del">
          <ac:chgData name="Hejia Qiu" userId="11330c03-db52-4a21-b136-9dc8d2118c1f" providerId="ADAL" clId="{B8C3051A-C86C-4CAE-A682-32AB7EE59AF4}" dt="2025-10-21T08:34:49.622" v="312" actId="478"/>
          <ac:spMkLst>
            <pc:docMk/>
            <pc:sldMk cId="2891396166" sldId="326"/>
            <ac:spMk id="9" creationId="{D43A17C6-A4B2-494D-A5DC-E7E5FD3C774D}"/>
          </ac:spMkLst>
        </pc:spChg>
        <pc:spChg chg="add mod">
          <ac:chgData name="Hejia Qiu" userId="11330c03-db52-4a21-b136-9dc8d2118c1f" providerId="ADAL" clId="{B8C3051A-C86C-4CAE-A682-32AB7EE59AF4}" dt="2025-10-21T08:42:17.564" v="575" actId="1076"/>
          <ac:spMkLst>
            <pc:docMk/>
            <pc:sldMk cId="2891396166" sldId="326"/>
            <ac:spMk id="10" creationId="{A371FBEF-2118-4ACA-A08F-72B224D05E6C}"/>
          </ac:spMkLst>
        </pc:spChg>
        <pc:picChg chg="del">
          <ac:chgData name="Hejia Qiu" userId="11330c03-db52-4a21-b136-9dc8d2118c1f" providerId="ADAL" clId="{B8C3051A-C86C-4CAE-A682-32AB7EE59AF4}" dt="2025-10-21T08:34:41.419" v="308" actId="478"/>
          <ac:picMkLst>
            <pc:docMk/>
            <pc:sldMk cId="2891396166" sldId="326"/>
            <ac:picMk id="3" creationId="{9243E7C2-8F54-4553-89FA-9F9C3564BCD5}"/>
          </ac:picMkLst>
        </pc:picChg>
        <pc:picChg chg="add mod">
          <ac:chgData name="Hejia Qiu" userId="11330c03-db52-4a21-b136-9dc8d2118c1f" providerId="ADAL" clId="{B8C3051A-C86C-4CAE-A682-32AB7EE59AF4}" dt="2025-10-21T08:35:47.374" v="320" actId="1076"/>
          <ac:picMkLst>
            <pc:docMk/>
            <pc:sldMk cId="2891396166" sldId="326"/>
            <ac:picMk id="5" creationId="{B61AA998-DC39-479D-80B8-CEED1E3BD7BE}"/>
          </ac:picMkLst>
        </pc:picChg>
        <pc:picChg chg="add mod">
          <ac:chgData name="Hejia Qiu" userId="11330c03-db52-4a21-b136-9dc8d2118c1f" providerId="ADAL" clId="{B8C3051A-C86C-4CAE-A682-32AB7EE59AF4}" dt="2025-10-21T08:35:50.610" v="322" actId="1076"/>
          <ac:picMkLst>
            <pc:docMk/>
            <pc:sldMk cId="2891396166" sldId="326"/>
            <ac:picMk id="7" creationId="{B09EA0F4-DE44-47EB-907E-267BBE773241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08:40:38.148" v="530" actId="20577"/>
        <pc:sldMkLst>
          <pc:docMk/>
          <pc:sldMk cId="4179979703" sldId="327"/>
        </pc:sldMkLst>
        <pc:spChg chg="add del mod">
          <ac:chgData name="Hejia Qiu" userId="11330c03-db52-4a21-b136-9dc8d2118c1f" providerId="ADAL" clId="{B8C3051A-C86C-4CAE-A682-32AB7EE59AF4}" dt="2025-10-21T08:38:15.188" v="446" actId="478"/>
          <ac:spMkLst>
            <pc:docMk/>
            <pc:sldMk cId="4179979703" sldId="327"/>
            <ac:spMk id="8" creationId="{7999CC13-53A3-411B-B132-5CC6F86601B1}"/>
          </ac:spMkLst>
        </pc:spChg>
        <pc:spChg chg="del">
          <ac:chgData name="Hejia Qiu" userId="11330c03-db52-4a21-b136-9dc8d2118c1f" providerId="ADAL" clId="{B8C3051A-C86C-4CAE-A682-32AB7EE59AF4}" dt="2025-10-21T08:37:51.166" v="440" actId="478"/>
          <ac:spMkLst>
            <pc:docMk/>
            <pc:sldMk cId="4179979703" sldId="327"/>
            <ac:spMk id="9" creationId="{8E33E0C7-E36F-4196-BDB5-C12447598566}"/>
          </ac:spMkLst>
        </pc:spChg>
        <pc:spChg chg="add mod">
          <ac:chgData name="Hejia Qiu" userId="11330c03-db52-4a21-b136-9dc8d2118c1f" providerId="ADAL" clId="{B8C3051A-C86C-4CAE-A682-32AB7EE59AF4}" dt="2025-10-21T08:40:38.148" v="530" actId="20577"/>
          <ac:spMkLst>
            <pc:docMk/>
            <pc:sldMk cId="4179979703" sldId="327"/>
            <ac:spMk id="10" creationId="{BD51C473-C004-4310-89A9-7817FC812202}"/>
          </ac:spMkLst>
        </pc:spChg>
        <pc:spChg chg="mod">
          <ac:chgData name="Hejia Qiu" userId="11330c03-db52-4a21-b136-9dc8d2118c1f" providerId="ADAL" clId="{B8C3051A-C86C-4CAE-A682-32AB7EE59AF4}" dt="2025-10-21T08:37:34.188" v="437" actId="20577"/>
          <ac:spMkLst>
            <pc:docMk/>
            <pc:sldMk cId="4179979703" sldId="327"/>
            <ac:spMk id="12" creationId="{814FB149-4F3F-4C65-BC64-7882FE423CD5}"/>
          </ac:spMkLst>
        </pc:spChg>
        <pc:picChg chg="del">
          <ac:chgData name="Hejia Qiu" userId="11330c03-db52-4a21-b136-9dc8d2118c1f" providerId="ADAL" clId="{B8C3051A-C86C-4CAE-A682-32AB7EE59AF4}" dt="2025-10-21T08:37:48.815" v="439" actId="478"/>
          <ac:picMkLst>
            <pc:docMk/>
            <pc:sldMk cId="4179979703" sldId="327"/>
            <ac:picMk id="3" creationId="{4B76B802-544C-4970-8328-8AAD71C33D34}"/>
          </ac:picMkLst>
        </pc:picChg>
        <pc:picChg chg="del">
          <ac:chgData name="Hejia Qiu" userId="11330c03-db52-4a21-b136-9dc8d2118c1f" providerId="ADAL" clId="{B8C3051A-C86C-4CAE-A682-32AB7EE59AF4}" dt="2025-10-21T08:37:47.967" v="438" actId="478"/>
          <ac:picMkLst>
            <pc:docMk/>
            <pc:sldMk cId="4179979703" sldId="327"/>
            <ac:picMk id="7" creationId="{A4E8E16B-1238-42FF-86CB-50E798A5B79A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08:45:07.862" v="611" actId="1076"/>
        <pc:sldMkLst>
          <pc:docMk/>
          <pc:sldMk cId="161826387" sldId="328"/>
        </pc:sldMkLst>
        <pc:spChg chg="add del mod">
          <ac:chgData name="Hejia Qiu" userId="11330c03-db52-4a21-b136-9dc8d2118c1f" providerId="ADAL" clId="{B8C3051A-C86C-4CAE-A682-32AB7EE59AF4}" dt="2025-10-21T08:44:28.200" v="583" actId="478"/>
          <ac:spMkLst>
            <pc:docMk/>
            <pc:sldMk cId="161826387" sldId="328"/>
            <ac:spMk id="2" creationId="{B7DF428D-514A-4D2C-A749-14E9BADD6CE4}"/>
          </ac:spMkLst>
        </pc:spChg>
        <pc:spChg chg="add mod">
          <ac:chgData name="Hejia Qiu" userId="11330c03-db52-4a21-b136-9dc8d2118c1f" providerId="ADAL" clId="{B8C3051A-C86C-4CAE-A682-32AB7EE59AF4}" dt="2025-10-21T08:45:07.862" v="611" actId="1076"/>
          <ac:spMkLst>
            <pc:docMk/>
            <pc:sldMk cId="161826387" sldId="328"/>
            <ac:spMk id="3" creationId="{6081B938-108A-4760-B3E8-A65DC134A274}"/>
          </ac:spMkLst>
        </pc:spChg>
      </pc:sldChg>
      <pc:sldChg chg="addSp delSp modSp add mod">
        <pc:chgData name="Hejia Qiu" userId="11330c03-db52-4a21-b136-9dc8d2118c1f" providerId="ADAL" clId="{B8C3051A-C86C-4CAE-A682-32AB7EE59AF4}" dt="2025-10-21T08:48:04.002" v="675" actId="1076"/>
        <pc:sldMkLst>
          <pc:docMk/>
          <pc:sldMk cId="1201803177" sldId="329"/>
        </pc:sldMkLst>
        <pc:spChg chg="del mod">
          <ac:chgData name="Hejia Qiu" userId="11330c03-db52-4a21-b136-9dc8d2118c1f" providerId="ADAL" clId="{B8C3051A-C86C-4CAE-A682-32AB7EE59AF4}" dt="2025-10-21T08:45:23.604" v="616" actId="478"/>
          <ac:spMkLst>
            <pc:docMk/>
            <pc:sldMk cId="1201803177" sldId="329"/>
            <ac:spMk id="3" creationId="{6081B938-108A-4760-B3E8-A65DC134A274}"/>
          </ac:spMkLst>
        </pc:spChg>
        <pc:spChg chg="add del mod">
          <ac:chgData name="Hejia Qiu" userId="11330c03-db52-4a21-b136-9dc8d2118c1f" providerId="ADAL" clId="{B8C3051A-C86C-4CAE-A682-32AB7EE59AF4}" dt="2025-10-21T08:47:54.750" v="672" actId="478"/>
          <ac:spMkLst>
            <pc:docMk/>
            <pc:sldMk cId="1201803177" sldId="329"/>
            <ac:spMk id="8" creationId="{A75F89F0-7887-4181-A43E-271518E9398D}"/>
          </ac:spMkLst>
        </pc:spChg>
        <pc:spChg chg="del mod">
          <ac:chgData name="Hejia Qiu" userId="11330c03-db52-4a21-b136-9dc8d2118c1f" providerId="ADAL" clId="{B8C3051A-C86C-4CAE-A682-32AB7EE59AF4}" dt="2025-10-21T08:45:22.374" v="615" actId="478"/>
          <ac:spMkLst>
            <pc:docMk/>
            <pc:sldMk cId="1201803177" sldId="329"/>
            <ac:spMk id="10" creationId="{BD51C473-C004-4310-89A9-7817FC812202}"/>
          </ac:spMkLst>
        </pc:spChg>
        <pc:spChg chg="del">
          <ac:chgData name="Hejia Qiu" userId="11330c03-db52-4a21-b136-9dc8d2118c1f" providerId="ADAL" clId="{B8C3051A-C86C-4CAE-A682-32AB7EE59AF4}" dt="2025-10-21T08:47:18.053" v="665" actId="478"/>
          <ac:spMkLst>
            <pc:docMk/>
            <pc:sldMk cId="1201803177" sldId="329"/>
            <ac:spMk id="11" creationId="{00000000-0000-0000-0000-000000000000}"/>
          </ac:spMkLst>
        </pc:spChg>
        <pc:spChg chg="add mod">
          <ac:chgData name="Hejia Qiu" userId="11330c03-db52-4a21-b136-9dc8d2118c1f" providerId="ADAL" clId="{B8C3051A-C86C-4CAE-A682-32AB7EE59AF4}" dt="2025-10-21T08:47:25.746" v="667"/>
          <ac:spMkLst>
            <pc:docMk/>
            <pc:sldMk cId="1201803177" sldId="329"/>
            <ac:spMk id="13" creationId="{C4561950-6F67-4F85-81C8-785593B6F8D9}"/>
          </ac:spMkLst>
        </pc:spChg>
        <pc:picChg chg="add del mod">
          <ac:chgData name="Hejia Qiu" userId="11330c03-db52-4a21-b136-9dc8d2118c1f" providerId="ADAL" clId="{B8C3051A-C86C-4CAE-A682-32AB7EE59AF4}" dt="2025-10-21T08:47:53.604" v="671" actId="478"/>
          <ac:picMkLst>
            <pc:docMk/>
            <pc:sldMk cId="1201803177" sldId="329"/>
            <ac:picMk id="4" creationId="{0AC33285-5575-4BB9-8AAF-2A28B92CF674}"/>
          </ac:picMkLst>
        </pc:picChg>
        <pc:picChg chg="add mod">
          <ac:chgData name="Hejia Qiu" userId="11330c03-db52-4a21-b136-9dc8d2118c1f" providerId="ADAL" clId="{B8C3051A-C86C-4CAE-A682-32AB7EE59AF4}" dt="2025-10-21T08:48:04.002" v="675" actId="1076"/>
          <ac:picMkLst>
            <pc:docMk/>
            <pc:sldMk cId="1201803177" sldId="329"/>
            <ac:picMk id="6" creationId="{1C4520FA-B1C5-4156-8948-055B8CC7279B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08:49:11.496" v="685" actId="1076"/>
        <pc:sldMkLst>
          <pc:docMk/>
          <pc:sldMk cId="740761870" sldId="330"/>
        </pc:sldMkLst>
        <pc:spChg chg="mod">
          <ac:chgData name="Hejia Qiu" userId="11330c03-db52-4a21-b136-9dc8d2118c1f" providerId="ADAL" clId="{B8C3051A-C86C-4CAE-A682-32AB7EE59AF4}" dt="2025-10-21T08:48:32.627" v="681" actId="1076"/>
          <ac:spMkLst>
            <pc:docMk/>
            <pc:sldMk cId="740761870" sldId="330"/>
            <ac:spMk id="8" creationId="{A75F89F0-7887-4181-A43E-271518E9398D}"/>
          </ac:spMkLst>
        </pc:spChg>
        <pc:spChg chg="del">
          <ac:chgData name="Hejia Qiu" userId="11330c03-db52-4a21-b136-9dc8d2118c1f" providerId="ADAL" clId="{B8C3051A-C86C-4CAE-A682-32AB7EE59AF4}" dt="2025-10-21T08:48:09.883" v="677" actId="478"/>
          <ac:spMkLst>
            <pc:docMk/>
            <pc:sldMk cId="740761870" sldId="330"/>
            <ac:spMk id="13" creationId="{C4561950-6F67-4F85-81C8-785593B6F8D9}"/>
          </ac:spMkLst>
        </pc:spChg>
        <pc:picChg chg="add mod">
          <ac:chgData name="Hejia Qiu" userId="11330c03-db52-4a21-b136-9dc8d2118c1f" providerId="ADAL" clId="{B8C3051A-C86C-4CAE-A682-32AB7EE59AF4}" dt="2025-10-21T08:49:11.496" v="685" actId="1076"/>
          <ac:picMkLst>
            <pc:docMk/>
            <pc:sldMk cId="740761870" sldId="330"/>
            <ac:picMk id="3" creationId="{9BB3F35A-F3EA-4FF6-86A1-86B9AC32D2E5}"/>
          </ac:picMkLst>
        </pc:picChg>
        <pc:picChg chg="mod">
          <ac:chgData name="Hejia Qiu" userId="11330c03-db52-4a21-b136-9dc8d2118c1f" providerId="ADAL" clId="{B8C3051A-C86C-4CAE-A682-32AB7EE59AF4}" dt="2025-10-21T08:48:29.776" v="680" actId="1076"/>
          <ac:picMkLst>
            <pc:docMk/>
            <pc:sldMk cId="740761870" sldId="330"/>
            <ac:picMk id="4" creationId="{0AC33285-5575-4BB9-8AAF-2A28B92CF674}"/>
          </ac:picMkLst>
        </pc:picChg>
        <pc:picChg chg="del">
          <ac:chgData name="Hejia Qiu" userId="11330c03-db52-4a21-b136-9dc8d2118c1f" providerId="ADAL" clId="{B8C3051A-C86C-4CAE-A682-32AB7EE59AF4}" dt="2025-10-21T08:48:09.032" v="676" actId="478"/>
          <ac:picMkLst>
            <pc:docMk/>
            <pc:sldMk cId="740761870" sldId="330"/>
            <ac:picMk id="6" creationId="{1C4520FA-B1C5-4156-8948-055B8CC7279B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08:49:32.232" v="691" actId="1076"/>
        <pc:sldMkLst>
          <pc:docMk/>
          <pc:sldMk cId="7623979" sldId="331"/>
        </pc:sldMkLst>
        <pc:spChg chg="del">
          <ac:chgData name="Hejia Qiu" userId="11330c03-db52-4a21-b136-9dc8d2118c1f" providerId="ADAL" clId="{B8C3051A-C86C-4CAE-A682-32AB7EE59AF4}" dt="2025-10-21T08:49:25.472" v="689" actId="478"/>
          <ac:spMkLst>
            <pc:docMk/>
            <pc:sldMk cId="7623979" sldId="331"/>
            <ac:spMk id="8" creationId="{A75F89F0-7887-4181-A43E-271518E9398D}"/>
          </ac:spMkLst>
        </pc:spChg>
        <pc:picChg chg="del">
          <ac:chgData name="Hejia Qiu" userId="11330c03-db52-4a21-b136-9dc8d2118c1f" providerId="ADAL" clId="{B8C3051A-C86C-4CAE-A682-32AB7EE59AF4}" dt="2025-10-21T08:49:23.679" v="687" actId="478"/>
          <ac:picMkLst>
            <pc:docMk/>
            <pc:sldMk cId="7623979" sldId="331"/>
            <ac:picMk id="3" creationId="{9BB3F35A-F3EA-4FF6-86A1-86B9AC32D2E5}"/>
          </ac:picMkLst>
        </pc:picChg>
        <pc:picChg chg="del">
          <ac:chgData name="Hejia Qiu" userId="11330c03-db52-4a21-b136-9dc8d2118c1f" providerId="ADAL" clId="{B8C3051A-C86C-4CAE-A682-32AB7EE59AF4}" dt="2025-10-21T08:49:24.325" v="688" actId="478"/>
          <ac:picMkLst>
            <pc:docMk/>
            <pc:sldMk cId="7623979" sldId="331"/>
            <ac:picMk id="4" creationId="{0AC33285-5575-4BB9-8AAF-2A28B92CF674}"/>
          </ac:picMkLst>
        </pc:picChg>
        <pc:picChg chg="add mod">
          <ac:chgData name="Hejia Qiu" userId="11330c03-db52-4a21-b136-9dc8d2118c1f" providerId="ADAL" clId="{B8C3051A-C86C-4CAE-A682-32AB7EE59AF4}" dt="2025-10-21T08:49:32.232" v="691" actId="1076"/>
          <ac:picMkLst>
            <pc:docMk/>
            <pc:sldMk cId="7623979" sldId="331"/>
            <ac:picMk id="5" creationId="{DEF07D43-13F8-45DB-9610-B7B8937CB930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08:57:28.903" v="820" actId="20577"/>
        <pc:sldMkLst>
          <pc:docMk/>
          <pc:sldMk cId="4115897971" sldId="332"/>
        </pc:sldMkLst>
        <pc:spChg chg="mod">
          <ac:chgData name="Hejia Qiu" userId="11330c03-db52-4a21-b136-9dc8d2118c1f" providerId="ADAL" clId="{B8C3051A-C86C-4CAE-A682-32AB7EE59AF4}" dt="2025-10-21T08:57:28.903" v="820" actId="20577"/>
          <ac:spMkLst>
            <pc:docMk/>
            <pc:sldMk cId="4115897971" sldId="332"/>
            <ac:spMk id="31" creationId="{00000000-0000-0000-0000-000000000000}"/>
          </ac:spMkLst>
        </pc:spChg>
        <pc:picChg chg="del">
          <ac:chgData name="Hejia Qiu" userId="11330c03-db52-4a21-b136-9dc8d2118c1f" providerId="ADAL" clId="{B8C3051A-C86C-4CAE-A682-32AB7EE59AF4}" dt="2025-10-21T08:52:50.686" v="713" actId="478"/>
          <ac:picMkLst>
            <pc:docMk/>
            <pc:sldMk cId="4115897971" sldId="332"/>
            <ac:picMk id="3" creationId="{4A7D98F7-52E3-487D-A4AF-6EB16A1575EF}"/>
          </ac:picMkLst>
        </pc:picChg>
        <pc:picChg chg="add mod">
          <ac:chgData name="Hejia Qiu" userId="11330c03-db52-4a21-b136-9dc8d2118c1f" providerId="ADAL" clId="{B8C3051A-C86C-4CAE-A682-32AB7EE59AF4}" dt="2025-10-21T08:52:54.763" v="715" actId="1076"/>
          <ac:picMkLst>
            <pc:docMk/>
            <pc:sldMk cId="4115897971" sldId="332"/>
            <ac:picMk id="4" creationId="{680B9536-149B-4220-B905-907121D61FB3}"/>
          </ac:picMkLst>
        </pc:picChg>
        <pc:picChg chg="add mod">
          <ac:chgData name="Hejia Qiu" userId="11330c03-db52-4a21-b136-9dc8d2118c1f" providerId="ADAL" clId="{B8C3051A-C86C-4CAE-A682-32AB7EE59AF4}" dt="2025-10-21T08:55:06.168" v="761" actId="1076"/>
          <ac:picMkLst>
            <pc:docMk/>
            <pc:sldMk cId="4115897971" sldId="332"/>
            <ac:picMk id="6" creationId="{BB9F0EC3-CFDD-4203-BA62-CC345901AD47}"/>
          </ac:picMkLst>
        </pc:picChg>
        <pc:picChg chg="del">
          <ac:chgData name="Hejia Qiu" userId="11330c03-db52-4a21-b136-9dc8d2118c1f" providerId="ADAL" clId="{B8C3051A-C86C-4CAE-A682-32AB7EE59AF4}" dt="2025-10-21T08:54:58.232" v="758" actId="478"/>
          <ac:picMkLst>
            <pc:docMk/>
            <pc:sldMk cId="4115897971" sldId="332"/>
            <ac:picMk id="9" creationId="{D93AA8AF-5E00-4D2B-B70C-29F9352F3994}"/>
          </ac:picMkLst>
        </pc:picChg>
      </pc:sldChg>
      <pc:sldChg chg="delSp modSp add mod">
        <pc:chgData name="Hejia Qiu" userId="11330c03-db52-4a21-b136-9dc8d2118c1f" providerId="ADAL" clId="{B8C3051A-C86C-4CAE-A682-32AB7EE59AF4}" dt="2025-10-21T10:08:05.272" v="1164" actId="20577"/>
        <pc:sldMkLst>
          <pc:docMk/>
          <pc:sldMk cId="356046147" sldId="333"/>
        </pc:sldMkLst>
        <pc:spChg chg="del">
          <ac:chgData name="Hejia Qiu" userId="11330c03-db52-4a21-b136-9dc8d2118c1f" providerId="ADAL" clId="{B8C3051A-C86C-4CAE-A682-32AB7EE59AF4}" dt="2025-10-21T10:03:28.476" v="949" actId="478"/>
          <ac:spMkLst>
            <pc:docMk/>
            <pc:sldMk cId="356046147" sldId="333"/>
            <ac:spMk id="9" creationId="{8E33E0C7-E36F-4196-BDB5-C12447598566}"/>
          </ac:spMkLst>
        </pc:spChg>
        <pc:spChg chg="mod">
          <ac:chgData name="Hejia Qiu" userId="11330c03-db52-4a21-b136-9dc8d2118c1f" providerId="ADAL" clId="{B8C3051A-C86C-4CAE-A682-32AB7EE59AF4}" dt="2025-10-21T10:08:05.272" v="1164" actId="20577"/>
          <ac:spMkLst>
            <pc:docMk/>
            <pc:sldMk cId="356046147" sldId="333"/>
            <ac:spMk id="12" creationId="{814FB149-4F3F-4C65-BC64-7882FE423CD5}"/>
          </ac:spMkLst>
        </pc:spChg>
        <pc:picChg chg="del">
          <ac:chgData name="Hejia Qiu" userId="11330c03-db52-4a21-b136-9dc8d2118c1f" providerId="ADAL" clId="{B8C3051A-C86C-4CAE-A682-32AB7EE59AF4}" dt="2025-10-21T10:03:26.555" v="948" actId="478"/>
          <ac:picMkLst>
            <pc:docMk/>
            <pc:sldMk cId="356046147" sldId="333"/>
            <ac:picMk id="3" creationId="{4B76B802-544C-4970-8328-8AAD71C33D34}"/>
          </ac:picMkLst>
        </pc:picChg>
        <pc:picChg chg="del">
          <ac:chgData name="Hejia Qiu" userId="11330c03-db52-4a21-b136-9dc8d2118c1f" providerId="ADAL" clId="{B8C3051A-C86C-4CAE-A682-32AB7EE59AF4}" dt="2025-10-21T10:03:29.262" v="950" actId="478"/>
          <ac:picMkLst>
            <pc:docMk/>
            <pc:sldMk cId="356046147" sldId="333"/>
            <ac:picMk id="7" creationId="{A4E8E16B-1238-42FF-86CB-50E798A5B79A}"/>
          </ac:picMkLst>
        </pc:picChg>
      </pc:sldChg>
      <pc:sldChg chg="addSp delSp modSp add mod">
        <pc:chgData name="Hejia Qiu" userId="11330c03-db52-4a21-b136-9dc8d2118c1f" providerId="ADAL" clId="{B8C3051A-C86C-4CAE-A682-32AB7EE59AF4}" dt="2025-10-21T10:18:34.750" v="1339" actId="1076"/>
        <pc:sldMkLst>
          <pc:docMk/>
          <pc:sldMk cId="1226876888" sldId="334"/>
        </pc:sldMkLst>
        <pc:spChg chg="add del mod">
          <ac:chgData name="Hejia Qiu" userId="11330c03-db52-4a21-b136-9dc8d2118c1f" providerId="ADAL" clId="{B8C3051A-C86C-4CAE-A682-32AB7EE59AF4}" dt="2025-10-21T10:09:15.832" v="1179" actId="478"/>
          <ac:spMkLst>
            <pc:docMk/>
            <pc:sldMk cId="1226876888" sldId="334"/>
            <ac:spMk id="5" creationId="{901E1060-C9C0-4BA1-8ED0-911BD68313B2}"/>
          </ac:spMkLst>
        </pc:spChg>
        <pc:spChg chg="add">
          <ac:chgData name="Hejia Qiu" userId="11330c03-db52-4a21-b136-9dc8d2118c1f" providerId="ADAL" clId="{B8C3051A-C86C-4CAE-A682-32AB7EE59AF4}" dt="2025-10-21T10:18:30.925" v="1337" actId="11529"/>
          <ac:spMkLst>
            <pc:docMk/>
            <pc:sldMk cId="1226876888" sldId="334"/>
            <ac:spMk id="6" creationId="{B04AB501-2469-4A11-B9B6-A46E8A04A928}"/>
          </ac:spMkLst>
        </pc:spChg>
        <pc:spChg chg="add mod">
          <ac:chgData name="Hejia Qiu" userId="11330c03-db52-4a21-b136-9dc8d2118c1f" providerId="ADAL" clId="{B8C3051A-C86C-4CAE-A682-32AB7EE59AF4}" dt="2025-10-21T10:18:34.750" v="1339" actId="1076"/>
          <ac:spMkLst>
            <pc:docMk/>
            <pc:sldMk cId="1226876888" sldId="334"/>
            <ac:spMk id="7" creationId="{AB7D84B3-607F-463F-AB62-DF08C34B4300}"/>
          </ac:spMkLst>
        </pc:spChg>
        <pc:spChg chg="add mod">
          <ac:chgData name="Hejia Qiu" userId="11330c03-db52-4a21-b136-9dc8d2118c1f" providerId="ADAL" clId="{B8C3051A-C86C-4CAE-A682-32AB7EE59AF4}" dt="2025-10-21T10:18:15.325" v="1336" actId="1076"/>
          <ac:spMkLst>
            <pc:docMk/>
            <pc:sldMk cId="1226876888" sldId="334"/>
            <ac:spMk id="9" creationId="{646B645F-FBE4-4B5F-A6C3-DE9332C17906}"/>
          </ac:spMkLst>
        </pc:spChg>
        <pc:spChg chg="mod">
          <ac:chgData name="Hejia Qiu" userId="11330c03-db52-4a21-b136-9dc8d2118c1f" providerId="ADAL" clId="{B8C3051A-C86C-4CAE-A682-32AB7EE59AF4}" dt="2025-10-21T10:09:34.639" v="1213" actId="20577"/>
          <ac:spMkLst>
            <pc:docMk/>
            <pc:sldMk cId="1226876888" sldId="334"/>
            <ac:spMk id="12" creationId="{814FB149-4F3F-4C65-BC64-7882FE423CD5}"/>
          </ac:spMkLst>
        </pc:spChg>
      </pc:sldChg>
      <pc:sldChg chg="addSp modSp add mod">
        <pc:chgData name="Hejia Qiu" userId="11330c03-db52-4a21-b136-9dc8d2118c1f" providerId="ADAL" clId="{B8C3051A-C86C-4CAE-A682-32AB7EE59AF4}" dt="2025-10-21T10:18:50.007" v="1342" actId="1076"/>
        <pc:sldMkLst>
          <pc:docMk/>
          <pc:sldMk cId="3737122759" sldId="335"/>
        </pc:sldMkLst>
        <pc:spChg chg="add mod">
          <ac:chgData name="Hejia Qiu" userId="11330c03-db52-4a21-b136-9dc8d2118c1f" providerId="ADAL" clId="{B8C3051A-C86C-4CAE-A682-32AB7EE59AF4}" dt="2025-10-21T10:18:37.878" v="1340"/>
          <ac:spMkLst>
            <pc:docMk/>
            <pc:sldMk cId="3737122759" sldId="335"/>
            <ac:spMk id="5" creationId="{47AC2BD3-0EAD-475F-A24B-B373A58BD4E3}"/>
          </ac:spMkLst>
        </pc:spChg>
        <pc:spChg chg="mod">
          <ac:chgData name="Hejia Qiu" userId="11330c03-db52-4a21-b136-9dc8d2118c1f" providerId="ADAL" clId="{B8C3051A-C86C-4CAE-A682-32AB7EE59AF4}" dt="2025-10-21T10:10:29.795" v="1221"/>
          <ac:spMkLst>
            <pc:docMk/>
            <pc:sldMk cId="3737122759" sldId="335"/>
            <ac:spMk id="7" creationId="{AB7D84B3-607F-463F-AB62-DF08C34B4300}"/>
          </ac:spMkLst>
        </pc:spChg>
        <pc:spChg chg="add mod">
          <ac:chgData name="Hejia Qiu" userId="11330c03-db52-4a21-b136-9dc8d2118c1f" providerId="ADAL" clId="{B8C3051A-C86C-4CAE-A682-32AB7EE59AF4}" dt="2025-10-21T10:18:50.007" v="1342" actId="1076"/>
          <ac:spMkLst>
            <pc:docMk/>
            <pc:sldMk cId="3737122759" sldId="335"/>
            <ac:spMk id="8" creationId="{39310916-AD45-4AB4-9C52-7CD9879F209D}"/>
          </ac:spMkLst>
        </pc:spChg>
        <pc:spChg chg="mod">
          <ac:chgData name="Hejia Qiu" userId="11330c03-db52-4a21-b136-9dc8d2118c1f" providerId="ADAL" clId="{B8C3051A-C86C-4CAE-A682-32AB7EE59AF4}" dt="2025-10-21T10:10:23.309" v="1220" actId="20577"/>
          <ac:spMkLst>
            <pc:docMk/>
            <pc:sldMk cId="3737122759" sldId="335"/>
            <ac:spMk id="12" creationId="{814FB149-4F3F-4C65-BC64-7882FE423CD5}"/>
          </ac:spMkLst>
        </pc:spChg>
      </pc:sldChg>
      <pc:sldChg chg="addSp delSp modSp add mod">
        <pc:chgData name="Hejia Qiu" userId="11330c03-db52-4a21-b136-9dc8d2118c1f" providerId="ADAL" clId="{B8C3051A-C86C-4CAE-A682-32AB7EE59AF4}" dt="2025-10-21T10:19:17.698" v="1350" actId="1076"/>
        <pc:sldMkLst>
          <pc:docMk/>
          <pc:sldMk cId="4236555211" sldId="336"/>
        </pc:sldMkLst>
        <pc:spChg chg="add del">
          <ac:chgData name="Hejia Qiu" userId="11330c03-db52-4a21-b136-9dc8d2118c1f" providerId="ADAL" clId="{B8C3051A-C86C-4CAE-A682-32AB7EE59AF4}" dt="2025-10-21T10:18:56.354" v="1344" actId="22"/>
          <ac:spMkLst>
            <pc:docMk/>
            <pc:sldMk cId="4236555211" sldId="336"/>
            <ac:spMk id="6" creationId="{97D02F4F-E20E-430C-9C75-3BB23598425B}"/>
          </ac:spMkLst>
        </pc:spChg>
        <pc:spChg chg="mod">
          <ac:chgData name="Hejia Qiu" userId="11330c03-db52-4a21-b136-9dc8d2118c1f" providerId="ADAL" clId="{B8C3051A-C86C-4CAE-A682-32AB7EE59AF4}" dt="2025-10-21T10:11:13.196" v="1226"/>
          <ac:spMkLst>
            <pc:docMk/>
            <pc:sldMk cId="4236555211" sldId="336"/>
            <ac:spMk id="7" creationId="{AB7D84B3-607F-463F-AB62-DF08C34B4300}"/>
          </ac:spMkLst>
        </pc:spChg>
        <pc:spChg chg="add mod">
          <ac:chgData name="Hejia Qiu" userId="11330c03-db52-4a21-b136-9dc8d2118c1f" providerId="ADAL" clId="{B8C3051A-C86C-4CAE-A682-32AB7EE59AF4}" dt="2025-10-21T10:19:12.878" v="1348"/>
          <ac:spMkLst>
            <pc:docMk/>
            <pc:sldMk cId="4236555211" sldId="336"/>
            <ac:spMk id="8" creationId="{E5FB7019-D0B5-4CC7-81AB-8572FC2E5FB9}"/>
          </ac:spMkLst>
        </pc:spChg>
        <pc:spChg chg="add mod">
          <ac:chgData name="Hejia Qiu" userId="11330c03-db52-4a21-b136-9dc8d2118c1f" providerId="ADAL" clId="{B8C3051A-C86C-4CAE-A682-32AB7EE59AF4}" dt="2025-10-21T10:19:17.698" v="1350" actId="1076"/>
          <ac:spMkLst>
            <pc:docMk/>
            <pc:sldMk cId="4236555211" sldId="336"/>
            <ac:spMk id="9" creationId="{5A0E3102-9B87-4661-ABD9-58BEDC7A8505}"/>
          </ac:spMkLst>
        </pc:spChg>
        <pc:spChg chg="mod">
          <ac:chgData name="Hejia Qiu" userId="11330c03-db52-4a21-b136-9dc8d2118c1f" providerId="ADAL" clId="{B8C3051A-C86C-4CAE-A682-32AB7EE59AF4}" dt="2025-10-21T10:11:04.780" v="1225" actId="20577"/>
          <ac:spMkLst>
            <pc:docMk/>
            <pc:sldMk cId="4236555211" sldId="336"/>
            <ac:spMk id="12" creationId="{814FB149-4F3F-4C65-BC64-7882FE423CD5}"/>
          </ac:spMkLst>
        </pc:spChg>
      </pc:sldChg>
      <pc:sldChg chg="addSp delSp modSp add mod">
        <pc:chgData name="Hejia Qiu" userId="11330c03-db52-4a21-b136-9dc8d2118c1f" providerId="ADAL" clId="{B8C3051A-C86C-4CAE-A682-32AB7EE59AF4}" dt="2025-10-21T10:20:11.549" v="1358" actId="1076"/>
        <pc:sldMkLst>
          <pc:docMk/>
          <pc:sldMk cId="3287629843" sldId="337"/>
        </pc:sldMkLst>
        <pc:spChg chg="add mod">
          <ac:chgData name="Hejia Qiu" userId="11330c03-db52-4a21-b136-9dc8d2118c1f" providerId="ADAL" clId="{B8C3051A-C86C-4CAE-A682-32AB7EE59AF4}" dt="2025-10-21T10:12:46.088" v="1307" actId="1076"/>
          <ac:spMkLst>
            <pc:docMk/>
            <pc:sldMk cId="3287629843" sldId="337"/>
            <ac:spMk id="6" creationId="{E98D0C00-B50A-48CA-9EE9-1573EB903B78}"/>
          </ac:spMkLst>
        </pc:spChg>
        <pc:spChg chg="del">
          <ac:chgData name="Hejia Qiu" userId="11330c03-db52-4a21-b136-9dc8d2118c1f" providerId="ADAL" clId="{B8C3051A-C86C-4CAE-A682-32AB7EE59AF4}" dt="2025-10-21T10:12:29.685" v="1305" actId="478"/>
          <ac:spMkLst>
            <pc:docMk/>
            <pc:sldMk cId="3287629843" sldId="337"/>
            <ac:spMk id="7" creationId="{AB7D84B3-607F-463F-AB62-DF08C34B4300}"/>
          </ac:spMkLst>
        </pc:spChg>
        <pc:spChg chg="add mod">
          <ac:chgData name="Hejia Qiu" userId="11330c03-db52-4a21-b136-9dc8d2118c1f" providerId="ADAL" clId="{B8C3051A-C86C-4CAE-A682-32AB7EE59AF4}" dt="2025-10-21T10:20:11.549" v="1358" actId="1076"/>
          <ac:spMkLst>
            <pc:docMk/>
            <pc:sldMk cId="3287629843" sldId="337"/>
            <ac:spMk id="8" creationId="{8EB8B594-4255-4FF5-AFF8-5A4678B9A0EC}"/>
          </ac:spMkLst>
        </pc:spChg>
        <pc:spChg chg="add mod">
          <ac:chgData name="Hejia Qiu" userId="11330c03-db52-4a21-b136-9dc8d2118c1f" providerId="ADAL" clId="{B8C3051A-C86C-4CAE-A682-32AB7EE59AF4}" dt="2025-10-21T10:20:09.176" v="1357" actId="1076"/>
          <ac:spMkLst>
            <pc:docMk/>
            <pc:sldMk cId="3287629843" sldId="337"/>
            <ac:spMk id="9" creationId="{2D942E77-3CFE-48BD-BC4B-E0479B19F3BF}"/>
          </ac:spMkLst>
        </pc:spChg>
        <pc:spChg chg="mod">
          <ac:chgData name="Hejia Qiu" userId="11330c03-db52-4a21-b136-9dc8d2118c1f" providerId="ADAL" clId="{B8C3051A-C86C-4CAE-A682-32AB7EE59AF4}" dt="2025-10-21T10:12:26.543" v="1304" actId="313"/>
          <ac:spMkLst>
            <pc:docMk/>
            <pc:sldMk cId="3287629843" sldId="337"/>
            <ac:spMk id="12" creationId="{814FB149-4F3F-4C65-BC64-7882FE423CD5}"/>
          </ac:spMkLst>
        </pc:spChg>
      </pc:sldChg>
      <pc:sldChg chg="addSp delSp modSp new mod">
        <pc:chgData name="Hejia Qiu" userId="11330c03-db52-4a21-b136-9dc8d2118c1f" providerId="ADAL" clId="{B8C3051A-C86C-4CAE-A682-32AB7EE59AF4}" dt="2025-10-21T10:14:00.929" v="1315" actId="1076"/>
        <pc:sldMkLst>
          <pc:docMk/>
          <pc:sldMk cId="331151975" sldId="338"/>
        </pc:sldMkLst>
        <pc:spChg chg="del">
          <ac:chgData name="Hejia Qiu" userId="11330c03-db52-4a21-b136-9dc8d2118c1f" providerId="ADAL" clId="{B8C3051A-C86C-4CAE-A682-32AB7EE59AF4}" dt="2025-10-21T10:13:45.413" v="1310" actId="478"/>
          <ac:spMkLst>
            <pc:docMk/>
            <pc:sldMk cId="331151975" sldId="338"/>
            <ac:spMk id="2" creationId="{A51443BC-D93D-427C-A25F-F45A6B47DFDD}"/>
          </ac:spMkLst>
        </pc:spChg>
        <pc:spChg chg="del">
          <ac:chgData name="Hejia Qiu" userId="11330c03-db52-4a21-b136-9dc8d2118c1f" providerId="ADAL" clId="{B8C3051A-C86C-4CAE-A682-32AB7EE59AF4}" dt="2025-10-21T10:13:46.845" v="1311" actId="478"/>
          <ac:spMkLst>
            <pc:docMk/>
            <pc:sldMk cId="331151975" sldId="338"/>
            <ac:spMk id="3" creationId="{277B4ABD-CFB5-4300-9358-D3454DD23BD0}"/>
          </ac:spMkLst>
        </pc:spChg>
        <pc:spChg chg="add mod">
          <ac:chgData name="Hejia Qiu" userId="11330c03-db52-4a21-b136-9dc8d2118c1f" providerId="ADAL" clId="{B8C3051A-C86C-4CAE-A682-32AB7EE59AF4}" dt="2025-10-21T10:13:54.254" v="1313" actId="1076"/>
          <ac:spMkLst>
            <pc:docMk/>
            <pc:sldMk cId="331151975" sldId="338"/>
            <ac:spMk id="5" creationId="{0D8D930C-6ABD-40D3-A210-7435067360B0}"/>
          </ac:spMkLst>
        </pc:spChg>
        <pc:spChg chg="add mod">
          <ac:chgData name="Hejia Qiu" userId="11330c03-db52-4a21-b136-9dc8d2118c1f" providerId="ADAL" clId="{B8C3051A-C86C-4CAE-A682-32AB7EE59AF4}" dt="2025-10-21T10:14:00.929" v="1315" actId="1076"/>
          <ac:spMkLst>
            <pc:docMk/>
            <pc:sldMk cId="331151975" sldId="338"/>
            <ac:spMk id="7" creationId="{BDE7EB61-68C6-4F9C-A8F5-B94C23FD5CC1}"/>
          </ac:spMkLst>
        </pc:spChg>
      </pc:sldChg>
      <pc:sldChg chg="addSp modSp new mod">
        <pc:chgData name="Hejia Qiu" userId="11330c03-db52-4a21-b136-9dc8d2118c1f" providerId="ADAL" clId="{B8C3051A-C86C-4CAE-A682-32AB7EE59AF4}" dt="2025-10-21T10:14:21.757" v="1320" actId="1076"/>
        <pc:sldMkLst>
          <pc:docMk/>
          <pc:sldMk cId="995561454" sldId="339"/>
        </pc:sldMkLst>
        <pc:spChg chg="add mod">
          <ac:chgData name="Hejia Qiu" userId="11330c03-db52-4a21-b136-9dc8d2118c1f" providerId="ADAL" clId="{B8C3051A-C86C-4CAE-A682-32AB7EE59AF4}" dt="2025-10-21T10:14:14.657" v="1318" actId="1076"/>
          <ac:spMkLst>
            <pc:docMk/>
            <pc:sldMk cId="995561454" sldId="339"/>
            <ac:spMk id="3" creationId="{A5C36B54-DFE2-4F7C-A322-91018B8008B0}"/>
          </ac:spMkLst>
        </pc:spChg>
        <pc:spChg chg="add mod">
          <ac:chgData name="Hejia Qiu" userId="11330c03-db52-4a21-b136-9dc8d2118c1f" providerId="ADAL" clId="{B8C3051A-C86C-4CAE-A682-32AB7EE59AF4}" dt="2025-10-21T10:14:21.757" v="1320" actId="1076"/>
          <ac:spMkLst>
            <pc:docMk/>
            <pc:sldMk cId="995561454" sldId="339"/>
            <ac:spMk id="5" creationId="{1E7E8A67-D819-49AC-A513-31934D5F569B}"/>
          </ac:spMkLst>
        </pc:spChg>
      </pc:sldChg>
      <pc:sldChg chg="addSp delSp modSp new mod">
        <pc:chgData name="Hejia Qiu" userId="11330c03-db52-4a21-b136-9dc8d2118c1f" providerId="ADAL" clId="{B8C3051A-C86C-4CAE-A682-32AB7EE59AF4}" dt="2025-10-21T10:15:03.196" v="1329" actId="1076"/>
        <pc:sldMkLst>
          <pc:docMk/>
          <pc:sldMk cId="3239375929" sldId="340"/>
        </pc:sldMkLst>
        <pc:spChg chg="add mod">
          <ac:chgData name="Hejia Qiu" userId="11330c03-db52-4a21-b136-9dc8d2118c1f" providerId="ADAL" clId="{B8C3051A-C86C-4CAE-A682-32AB7EE59AF4}" dt="2025-10-21T10:14:37.466" v="1323" actId="1076"/>
          <ac:spMkLst>
            <pc:docMk/>
            <pc:sldMk cId="3239375929" sldId="340"/>
            <ac:spMk id="3" creationId="{E68C050A-4FD8-4DB0-9D64-A0F2FB068AC1}"/>
          </ac:spMkLst>
        </pc:spChg>
        <pc:spChg chg="add del mod">
          <ac:chgData name="Hejia Qiu" userId="11330c03-db52-4a21-b136-9dc8d2118c1f" providerId="ADAL" clId="{B8C3051A-C86C-4CAE-A682-32AB7EE59AF4}" dt="2025-10-21T10:15:00.746" v="1327" actId="478"/>
          <ac:spMkLst>
            <pc:docMk/>
            <pc:sldMk cId="3239375929" sldId="340"/>
            <ac:spMk id="5" creationId="{F56D956F-34FA-4130-A95B-B9AECB55E2F1}"/>
          </ac:spMkLst>
        </pc:spChg>
        <pc:spChg chg="add mod">
          <ac:chgData name="Hejia Qiu" userId="11330c03-db52-4a21-b136-9dc8d2118c1f" providerId="ADAL" clId="{B8C3051A-C86C-4CAE-A682-32AB7EE59AF4}" dt="2025-10-21T10:15:03.196" v="1329" actId="1076"/>
          <ac:spMkLst>
            <pc:docMk/>
            <pc:sldMk cId="3239375929" sldId="340"/>
            <ac:spMk id="7" creationId="{5057B43B-9B0D-4E84-BB34-1787D5909CB3}"/>
          </ac:spMkLst>
        </pc:spChg>
      </pc:sldChg>
      <pc:sldChg chg="addSp modSp new mod">
        <pc:chgData name="Hejia Qiu" userId="11330c03-db52-4a21-b136-9dc8d2118c1f" providerId="ADAL" clId="{B8C3051A-C86C-4CAE-A682-32AB7EE59AF4}" dt="2025-10-21T10:22:47.848" v="1476" actId="1076"/>
        <pc:sldMkLst>
          <pc:docMk/>
          <pc:sldMk cId="1064877869" sldId="341"/>
        </pc:sldMkLst>
        <pc:spChg chg="add mod">
          <ac:chgData name="Hejia Qiu" userId="11330c03-db52-4a21-b136-9dc8d2118c1f" providerId="ADAL" clId="{B8C3051A-C86C-4CAE-A682-32AB7EE59AF4}" dt="2025-10-21T10:16:13.944" v="1332" actId="1076"/>
          <ac:spMkLst>
            <pc:docMk/>
            <pc:sldMk cId="1064877869" sldId="341"/>
            <ac:spMk id="3" creationId="{A314BDE0-FDE8-4EC9-8134-A1AD90AB6D3C}"/>
          </ac:spMkLst>
        </pc:spChg>
        <pc:spChg chg="add mod">
          <ac:chgData name="Hejia Qiu" userId="11330c03-db52-4a21-b136-9dc8d2118c1f" providerId="ADAL" clId="{B8C3051A-C86C-4CAE-A682-32AB7EE59AF4}" dt="2025-10-21T10:16:21.190" v="1334" actId="1076"/>
          <ac:spMkLst>
            <pc:docMk/>
            <pc:sldMk cId="1064877869" sldId="341"/>
            <ac:spMk id="5" creationId="{1517E491-83FD-40D4-AA72-41CA76E17157}"/>
          </ac:spMkLst>
        </pc:spChg>
        <pc:spChg chg="add mod">
          <ac:chgData name="Hejia Qiu" userId="11330c03-db52-4a21-b136-9dc8d2118c1f" providerId="ADAL" clId="{B8C3051A-C86C-4CAE-A682-32AB7EE59AF4}" dt="2025-10-21T10:22:47.848" v="1476" actId="1076"/>
          <ac:spMkLst>
            <pc:docMk/>
            <pc:sldMk cId="1064877869" sldId="341"/>
            <ac:spMk id="7" creationId="{22B48C00-D88F-4112-A0D2-9530EFD5CF34}"/>
          </ac:spMkLst>
        </pc:spChg>
      </pc:sldChg>
    </pc:docChg>
  </pc:docChgLst>
  <pc:docChgLst>
    <pc:chgData name="Hejia Qiu" userId="11330c03-db52-4a21-b136-9dc8d2118c1f" providerId="ADAL" clId="{5537950A-9B78-4A84-942C-A9310B48C795}"/>
    <pc:docChg chg="undo custSel modSld">
      <pc:chgData name="Hejia Qiu" userId="11330c03-db52-4a21-b136-9dc8d2118c1f" providerId="ADAL" clId="{5537950A-9B78-4A84-942C-A9310B48C795}" dt="2025-10-22T08:00:46.700" v="57" actId="729"/>
      <pc:docMkLst>
        <pc:docMk/>
      </pc:docMkLst>
      <pc:sldChg chg="modSp mod modShow">
        <pc:chgData name="Hejia Qiu" userId="11330c03-db52-4a21-b136-9dc8d2118c1f" providerId="ADAL" clId="{5537950A-9B78-4A84-942C-A9310B48C795}" dt="2025-10-22T08:00:27.330" v="56" actId="207"/>
        <pc:sldMkLst>
          <pc:docMk/>
          <pc:sldMk cId="0" sldId="269"/>
        </pc:sldMkLst>
        <pc:spChg chg="mod">
          <ac:chgData name="Hejia Qiu" userId="11330c03-db52-4a21-b136-9dc8d2118c1f" providerId="ADAL" clId="{5537950A-9B78-4A84-942C-A9310B48C795}" dt="2025-10-22T08:00:27.330" v="56" actId="207"/>
          <ac:spMkLst>
            <pc:docMk/>
            <pc:sldMk cId="0" sldId="269"/>
            <ac:spMk id="31" creationId="{00000000-0000-0000-0000-000000000000}"/>
          </ac:spMkLst>
        </pc:spChg>
      </pc:sldChg>
      <pc:sldChg chg="mod modShow">
        <pc:chgData name="Hejia Qiu" userId="11330c03-db52-4a21-b136-9dc8d2118c1f" providerId="ADAL" clId="{5537950A-9B78-4A84-942C-A9310B48C795}" dt="2025-10-22T08:00:46.700" v="57" actId="729"/>
        <pc:sldMkLst>
          <pc:docMk/>
          <pc:sldMk cId="0" sldId="290"/>
        </pc:sldMkLst>
      </pc:sldChg>
      <pc:sldChg chg="mod modShow">
        <pc:chgData name="Hejia Qiu" userId="11330c03-db52-4a21-b136-9dc8d2118c1f" providerId="ADAL" clId="{5537950A-9B78-4A84-942C-A9310B48C795}" dt="2025-10-22T07:59:57.910" v="1" actId="729"/>
        <pc:sldMkLst>
          <pc:docMk/>
          <pc:sldMk cId="0" sldId="296"/>
        </pc:sldMkLst>
      </pc:sldChg>
    </pc:docChg>
  </pc:docChgLst>
  <pc:docChgLst>
    <pc:chgData name="Hejia Qiu" userId="11330c03-db52-4a21-b136-9dc8d2118c1f" providerId="ADAL" clId="{76F2A843-02C5-4712-BDF0-698C40E6FFEC}"/>
    <pc:docChg chg="undo custSel addSld delSld modSld">
      <pc:chgData name="Hejia Qiu" userId="11330c03-db52-4a21-b136-9dc8d2118c1f" providerId="ADAL" clId="{76F2A843-02C5-4712-BDF0-698C40E6FFEC}" dt="2025-10-22T09:42:43.826" v="589" actId="14100"/>
      <pc:docMkLst>
        <pc:docMk/>
      </pc:docMkLst>
      <pc:sldChg chg="modSp mod">
        <pc:chgData name="Hejia Qiu" userId="11330c03-db52-4a21-b136-9dc8d2118c1f" providerId="ADAL" clId="{76F2A843-02C5-4712-BDF0-698C40E6FFEC}" dt="2025-10-22T08:02:24.379" v="0" actId="20577"/>
        <pc:sldMkLst>
          <pc:docMk/>
          <pc:sldMk cId="0" sldId="259"/>
        </pc:sldMkLst>
        <pc:spChg chg="mod">
          <ac:chgData name="Hejia Qiu" userId="11330c03-db52-4a21-b136-9dc8d2118c1f" providerId="ADAL" clId="{76F2A843-02C5-4712-BDF0-698C40E6FFEC}" dt="2025-10-22T08:02:24.379" v="0" actId="20577"/>
          <ac:spMkLst>
            <pc:docMk/>
            <pc:sldMk cId="0" sldId="259"/>
            <ac:spMk id="31" creationId="{00000000-0000-0000-0000-000000000000}"/>
          </ac:spMkLst>
        </pc:spChg>
      </pc:sldChg>
      <pc:sldChg chg="del">
        <pc:chgData name="Hejia Qiu" userId="11330c03-db52-4a21-b136-9dc8d2118c1f" providerId="ADAL" clId="{76F2A843-02C5-4712-BDF0-698C40E6FFEC}" dt="2025-10-22T08:02:35.189" v="1" actId="47"/>
        <pc:sldMkLst>
          <pc:docMk/>
          <pc:sldMk cId="0" sldId="270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1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2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3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4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5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6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7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8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79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80"/>
        </pc:sldMkLst>
      </pc:sldChg>
      <pc:sldChg chg="modSp mod">
        <pc:chgData name="Hejia Qiu" userId="11330c03-db52-4a21-b136-9dc8d2118c1f" providerId="ADAL" clId="{76F2A843-02C5-4712-BDF0-698C40E6FFEC}" dt="2025-10-22T08:04:50.522" v="105" actId="20577"/>
        <pc:sldMkLst>
          <pc:docMk/>
          <pc:sldMk cId="0" sldId="281"/>
        </pc:sldMkLst>
        <pc:spChg chg="mod">
          <ac:chgData name="Hejia Qiu" userId="11330c03-db52-4a21-b136-9dc8d2118c1f" providerId="ADAL" clId="{76F2A843-02C5-4712-BDF0-698C40E6FFEC}" dt="2025-10-22T08:04:50.522" v="105" actId="20577"/>
          <ac:spMkLst>
            <pc:docMk/>
            <pc:sldMk cId="0" sldId="281"/>
            <ac:spMk id="11" creationId="{00000000-0000-0000-0000-000000000000}"/>
          </ac:spMkLst>
        </pc:spChg>
      </pc:sldChg>
      <pc:sldChg chg="modSp mod">
        <pc:chgData name="Hejia Qiu" userId="11330c03-db52-4a21-b136-9dc8d2118c1f" providerId="ADAL" clId="{76F2A843-02C5-4712-BDF0-698C40E6FFEC}" dt="2025-10-22T08:04:54.308" v="106" actId="20577"/>
        <pc:sldMkLst>
          <pc:docMk/>
          <pc:sldMk cId="0" sldId="282"/>
        </pc:sldMkLst>
        <pc:spChg chg="mod">
          <ac:chgData name="Hejia Qiu" userId="11330c03-db52-4a21-b136-9dc8d2118c1f" providerId="ADAL" clId="{76F2A843-02C5-4712-BDF0-698C40E6FFEC}" dt="2025-10-22T08:04:54.308" v="106" actId="20577"/>
          <ac:spMkLst>
            <pc:docMk/>
            <pc:sldMk cId="0" sldId="282"/>
            <ac:spMk id="11" creationId="{00000000-0000-0000-0000-000000000000}"/>
          </ac:spMkLst>
        </pc:spChg>
      </pc:sldChg>
      <pc:sldChg chg="modSp mod">
        <pc:chgData name="Hejia Qiu" userId="11330c03-db52-4a21-b136-9dc8d2118c1f" providerId="ADAL" clId="{76F2A843-02C5-4712-BDF0-698C40E6FFEC}" dt="2025-10-22T08:04:59.218" v="107" actId="20577"/>
        <pc:sldMkLst>
          <pc:docMk/>
          <pc:sldMk cId="0" sldId="283"/>
        </pc:sldMkLst>
        <pc:spChg chg="mod">
          <ac:chgData name="Hejia Qiu" userId="11330c03-db52-4a21-b136-9dc8d2118c1f" providerId="ADAL" clId="{76F2A843-02C5-4712-BDF0-698C40E6FFEC}" dt="2025-10-22T08:04:59.218" v="107" actId="20577"/>
          <ac:spMkLst>
            <pc:docMk/>
            <pc:sldMk cId="0" sldId="283"/>
            <ac:spMk id="11" creationId="{00000000-0000-0000-0000-000000000000}"/>
          </ac:spMkLst>
        </pc:spChg>
      </pc:sldChg>
      <pc:sldChg chg="del">
        <pc:chgData name="Hejia Qiu" userId="11330c03-db52-4a21-b136-9dc8d2118c1f" providerId="ADAL" clId="{76F2A843-02C5-4712-BDF0-698C40E6FFEC}" dt="2025-10-22T08:09:00.126" v="186" actId="47"/>
        <pc:sldMkLst>
          <pc:docMk/>
          <pc:sldMk cId="0" sldId="285"/>
        </pc:sldMkLst>
      </pc:sldChg>
      <pc:sldChg chg="del">
        <pc:chgData name="Hejia Qiu" userId="11330c03-db52-4a21-b136-9dc8d2118c1f" providerId="ADAL" clId="{76F2A843-02C5-4712-BDF0-698C40E6FFEC}" dt="2025-10-22T08:09:15.796" v="189" actId="47"/>
        <pc:sldMkLst>
          <pc:docMk/>
          <pc:sldMk cId="0" sldId="287"/>
        </pc:sldMkLst>
      </pc:sldChg>
      <pc:sldChg chg="addSp delSp modSp mod">
        <pc:chgData name="Hejia Qiu" userId="11330c03-db52-4a21-b136-9dc8d2118c1f" providerId="ADAL" clId="{76F2A843-02C5-4712-BDF0-698C40E6FFEC}" dt="2025-10-22T08:11:28.076" v="248" actId="1076"/>
        <pc:sldMkLst>
          <pc:docMk/>
          <pc:sldMk cId="0" sldId="289"/>
        </pc:sldMkLst>
        <pc:spChg chg="add del mod">
          <ac:chgData name="Hejia Qiu" userId="11330c03-db52-4a21-b136-9dc8d2118c1f" providerId="ADAL" clId="{76F2A843-02C5-4712-BDF0-698C40E6FFEC}" dt="2025-10-22T08:10:41.246" v="241"/>
          <ac:spMkLst>
            <pc:docMk/>
            <pc:sldMk cId="0" sldId="289"/>
            <ac:spMk id="5" creationId="{A93C5980-BB74-43B7-B77E-1C20F772128D}"/>
          </ac:spMkLst>
        </pc:spChg>
        <pc:spChg chg="add mod">
          <ac:chgData name="Hejia Qiu" userId="11330c03-db52-4a21-b136-9dc8d2118c1f" providerId="ADAL" clId="{76F2A843-02C5-4712-BDF0-698C40E6FFEC}" dt="2025-10-22T08:11:28.076" v="248" actId="1076"/>
          <ac:spMkLst>
            <pc:docMk/>
            <pc:sldMk cId="0" sldId="289"/>
            <ac:spMk id="6" creationId="{27B4DF37-4F4F-4E4C-9364-6612737D34DF}"/>
          </ac:spMkLst>
        </pc:spChg>
        <pc:spChg chg="mod">
          <ac:chgData name="Hejia Qiu" userId="11330c03-db52-4a21-b136-9dc8d2118c1f" providerId="ADAL" clId="{76F2A843-02C5-4712-BDF0-698C40E6FFEC}" dt="2025-10-22T08:05:14.128" v="108" actId="20577"/>
          <ac:spMkLst>
            <pc:docMk/>
            <pc:sldMk cId="0" sldId="289"/>
            <ac:spMk id="11" creationId="{00000000-0000-0000-0000-000000000000}"/>
          </ac:spMkLst>
        </pc:spChg>
      </pc:sldChg>
      <pc:sldChg chg="del">
        <pc:chgData name="Hejia Qiu" userId="11330c03-db52-4a21-b136-9dc8d2118c1f" providerId="ADAL" clId="{76F2A843-02C5-4712-BDF0-698C40E6FFEC}" dt="2025-10-22T08:02:35.189" v="1" actId="47"/>
        <pc:sldMkLst>
          <pc:docMk/>
          <pc:sldMk cId="0" sldId="291"/>
        </pc:sldMkLst>
      </pc:sldChg>
      <pc:sldChg chg="del">
        <pc:chgData name="Hejia Qiu" userId="11330c03-db52-4a21-b136-9dc8d2118c1f" providerId="ADAL" clId="{76F2A843-02C5-4712-BDF0-698C40E6FFEC}" dt="2025-10-22T08:02:35.189" v="1" actId="47"/>
        <pc:sldMkLst>
          <pc:docMk/>
          <pc:sldMk cId="0" sldId="292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97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98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299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0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1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2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3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4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5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6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7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8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09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10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11"/>
        </pc:sldMkLst>
      </pc:sldChg>
      <pc:sldChg chg="del">
        <pc:chgData name="Hejia Qiu" userId="11330c03-db52-4a21-b136-9dc8d2118c1f" providerId="ADAL" clId="{76F2A843-02C5-4712-BDF0-698C40E6FFEC}" dt="2025-10-22T08:04:41.801" v="104" actId="47"/>
        <pc:sldMkLst>
          <pc:docMk/>
          <pc:sldMk cId="0" sldId="312"/>
        </pc:sldMkLst>
      </pc:sldChg>
      <pc:sldChg chg="modSp mod">
        <pc:chgData name="Hejia Qiu" userId="11330c03-db52-4a21-b136-9dc8d2118c1f" providerId="ADAL" clId="{76F2A843-02C5-4712-BDF0-698C40E6FFEC}" dt="2025-10-22T09:42:43.826" v="589" actId="14100"/>
        <pc:sldMkLst>
          <pc:docMk/>
          <pc:sldMk cId="3601608428" sldId="318"/>
        </pc:sldMkLst>
        <pc:spChg chg="mod">
          <ac:chgData name="Hejia Qiu" userId="11330c03-db52-4a21-b136-9dc8d2118c1f" providerId="ADAL" clId="{76F2A843-02C5-4712-BDF0-698C40E6FFEC}" dt="2025-10-22T09:42:43.826" v="589" actId="14100"/>
          <ac:spMkLst>
            <pc:docMk/>
            <pc:sldMk cId="3601608428" sldId="318"/>
            <ac:spMk id="31" creationId="{00000000-0000-0000-0000-000000000000}"/>
          </ac:spMkLst>
        </pc:spChg>
      </pc:sldChg>
      <pc:sldChg chg="modSp mod">
        <pc:chgData name="Hejia Qiu" userId="11330c03-db52-4a21-b136-9dc8d2118c1f" providerId="ADAL" clId="{76F2A843-02C5-4712-BDF0-698C40E6FFEC}" dt="2025-10-22T08:09:11.347" v="188" actId="20577"/>
        <pc:sldMkLst>
          <pc:docMk/>
          <pc:sldMk cId="2597887571" sldId="319"/>
        </pc:sldMkLst>
        <pc:spChg chg="mod">
          <ac:chgData name="Hejia Qiu" userId="11330c03-db52-4a21-b136-9dc8d2118c1f" providerId="ADAL" clId="{76F2A843-02C5-4712-BDF0-698C40E6FFEC}" dt="2025-10-22T08:09:11.347" v="188" actId="20577"/>
          <ac:spMkLst>
            <pc:docMk/>
            <pc:sldMk cId="2597887571" sldId="319"/>
            <ac:spMk id="11" creationId="{00000000-0000-0000-0000-000000000000}"/>
          </ac:spMkLst>
        </pc:spChg>
      </pc:sldChg>
      <pc:sldChg chg="modSp mod">
        <pc:chgData name="Hejia Qiu" userId="11330c03-db52-4a21-b136-9dc8d2118c1f" providerId="ADAL" clId="{76F2A843-02C5-4712-BDF0-698C40E6FFEC}" dt="2025-10-22T08:05:40.938" v="117" actId="20577"/>
        <pc:sldMkLst>
          <pc:docMk/>
          <pc:sldMk cId="3483702150" sldId="322"/>
        </pc:sldMkLst>
        <pc:spChg chg="mod">
          <ac:chgData name="Hejia Qiu" userId="11330c03-db52-4a21-b136-9dc8d2118c1f" providerId="ADAL" clId="{76F2A843-02C5-4712-BDF0-698C40E6FFEC}" dt="2025-10-22T08:05:40.938" v="117" actId="20577"/>
          <ac:spMkLst>
            <pc:docMk/>
            <pc:sldMk cId="3483702150" sldId="322"/>
            <ac:spMk id="4" creationId="{BB725185-A253-48E7-AFF3-6C64C1722D90}"/>
          </ac:spMkLst>
        </pc:spChg>
      </pc:sldChg>
      <pc:sldChg chg="addSp modSp mod">
        <pc:chgData name="Hejia Qiu" userId="11330c03-db52-4a21-b136-9dc8d2118c1f" providerId="ADAL" clId="{76F2A843-02C5-4712-BDF0-698C40E6FFEC}" dt="2025-10-22T08:11:37.906" v="253" actId="1076"/>
        <pc:sldMkLst>
          <pc:docMk/>
          <pc:sldMk cId="45725680" sldId="323"/>
        </pc:sldMkLst>
        <pc:spChg chg="add mod">
          <ac:chgData name="Hejia Qiu" userId="11330c03-db52-4a21-b136-9dc8d2118c1f" providerId="ADAL" clId="{76F2A843-02C5-4712-BDF0-698C40E6FFEC}" dt="2025-10-22T08:11:37.906" v="253" actId="1076"/>
          <ac:spMkLst>
            <pc:docMk/>
            <pc:sldMk cId="45725680" sldId="323"/>
            <ac:spMk id="2" creationId="{D65283CA-8147-429A-8160-BE06B7E2AAAB}"/>
          </ac:spMkLst>
        </pc:spChg>
        <pc:spChg chg="mod">
          <ac:chgData name="Hejia Qiu" userId="11330c03-db52-4a21-b136-9dc8d2118c1f" providerId="ADAL" clId="{76F2A843-02C5-4712-BDF0-698C40E6FFEC}" dt="2025-10-22T08:07:04.538" v="140" actId="1076"/>
          <ac:spMkLst>
            <pc:docMk/>
            <pc:sldMk cId="45725680" sldId="323"/>
            <ac:spMk id="9" creationId="{8E33E0C7-E36F-4196-BDB5-C12447598566}"/>
          </ac:spMkLst>
        </pc:spChg>
        <pc:spChg chg="mod">
          <ac:chgData name="Hejia Qiu" userId="11330c03-db52-4a21-b136-9dc8d2118c1f" providerId="ADAL" clId="{76F2A843-02C5-4712-BDF0-698C40E6FFEC}" dt="2025-10-22T08:06:36.137" v="129" actId="20577"/>
          <ac:spMkLst>
            <pc:docMk/>
            <pc:sldMk cId="45725680" sldId="323"/>
            <ac:spMk id="11" creationId="{00000000-0000-0000-0000-000000000000}"/>
          </ac:spMkLst>
        </pc:spChg>
        <pc:spChg chg="mod">
          <ac:chgData name="Hejia Qiu" userId="11330c03-db52-4a21-b136-9dc8d2118c1f" providerId="ADAL" clId="{76F2A843-02C5-4712-BDF0-698C40E6FFEC}" dt="2025-10-22T08:06:58.657" v="137" actId="1076"/>
          <ac:spMkLst>
            <pc:docMk/>
            <pc:sldMk cId="45725680" sldId="323"/>
            <ac:spMk id="12" creationId="{814FB149-4F3F-4C65-BC64-7882FE423CD5}"/>
          </ac:spMkLst>
        </pc:spChg>
        <pc:picChg chg="mod">
          <ac:chgData name="Hejia Qiu" userId="11330c03-db52-4a21-b136-9dc8d2118c1f" providerId="ADAL" clId="{76F2A843-02C5-4712-BDF0-698C40E6FFEC}" dt="2025-10-22T08:07:01.133" v="139" actId="1076"/>
          <ac:picMkLst>
            <pc:docMk/>
            <pc:sldMk cId="45725680" sldId="323"/>
            <ac:picMk id="3" creationId="{4B76B802-544C-4970-8328-8AAD71C33D34}"/>
          </ac:picMkLst>
        </pc:picChg>
        <pc:picChg chg="mod">
          <ac:chgData name="Hejia Qiu" userId="11330c03-db52-4a21-b136-9dc8d2118c1f" providerId="ADAL" clId="{76F2A843-02C5-4712-BDF0-698C40E6FFEC}" dt="2025-10-22T08:07:00.297" v="138" actId="1076"/>
          <ac:picMkLst>
            <pc:docMk/>
            <pc:sldMk cId="45725680" sldId="323"/>
            <ac:picMk id="7" creationId="{A4E8E16B-1238-42FF-86CB-50E798A5B79A}"/>
          </ac:picMkLst>
        </pc:picChg>
      </pc:sldChg>
      <pc:sldChg chg="modSp mod">
        <pc:chgData name="Hejia Qiu" userId="11330c03-db52-4a21-b136-9dc8d2118c1f" providerId="ADAL" clId="{76F2A843-02C5-4712-BDF0-698C40E6FFEC}" dt="2025-10-22T08:05:55.398" v="124" actId="20577"/>
        <pc:sldMkLst>
          <pc:docMk/>
          <pc:sldMk cId="1977856634" sldId="325"/>
        </pc:sldMkLst>
        <pc:spChg chg="mod">
          <ac:chgData name="Hejia Qiu" userId="11330c03-db52-4a21-b136-9dc8d2118c1f" providerId="ADAL" clId="{76F2A843-02C5-4712-BDF0-698C40E6FFEC}" dt="2025-10-22T08:05:55.398" v="124" actId="20577"/>
          <ac:spMkLst>
            <pc:docMk/>
            <pc:sldMk cId="1977856634" sldId="325"/>
            <ac:spMk id="4" creationId="{BB725185-A253-48E7-AFF3-6C64C1722D90}"/>
          </ac:spMkLst>
        </pc:spChg>
      </pc:sldChg>
      <pc:sldChg chg="addSp delSp modSp mod">
        <pc:chgData name="Hejia Qiu" userId="11330c03-db52-4a21-b136-9dc8d2118c1f" providerId="ADAL" clId="{76F2A843-02C5-4712-BDF0-698C40E6FFEC}" dt="2025-10-22T09:40:15.493" v="501" actId="1076"/>
        <pc:sldMkLst>
          <pc:docMk/>
          <pc:sldMk cId="2891396166" sldId="326"/>
        </pc:sldMkLst>
        <pc:spChg chg="add mod">
          <ac:chgData name="Hejia Qiu" userId="11330c03-db52-4a21-b136-9dc8d2118c1f" providerId="ADAL" clId="{76F2A843-02C5-4712-BDF0-698C40E6FFEC}" dt="2025-10-22T09:40:10.304" v="499" actId="1076"/>
          <ac:spMkLst>
            <pc:docMk/>
            <pc:sldMk cId="2891396166" sldId="326"/>
            <ac:spMk id="4" creationId="{48F3FC1B-7746-499D-8C99-1456159BD703}"/>
          </ac:spMkLst>
        </pc:spChg>
        <pc:spChg chg="add mod">
          <ac:chgData name="Hejia Qiu" userId="11330c03-db52-4a21-b136-9dc8d2118c1f" providerId="ADAL" clId="{76F2A843-02C5-4712-BDF0-698C40E6FFEC}" dt="2025-10-22T09:40:15.493" v="501" actId="1076"/>
          <ac:spMkLst>
            <pc:docMk/>
            <pc:sldMk cId="2891396166" sldId="326"/>
            <ac:spMk id="8" creationId="{FE350AE6-A32F-4289-AFC9-E5F409A17455}"/>
          </ac:spMkLst>
        </pc:spChg>
        <pc:spChg chg="mod">
          <ac:chgData name="Hejia Qiu" userId="11330c03-db52-4a21-b136-9dc8d2118c1f" providerId="ADAL" clId="{76F2A843-02C5-4712-BDF0-698C40E6FFEC}" dt="2025-10-22T08:06:10.038" v="127" actId="1076"/>
          <ac:spMkLst>
            <pc:docMk/>
            <pc:sldMk cId="2891396166" sldId="326"/>
            <ac:spMk id="10" creationId="{A371FBEF-2118-4ACA-A08F-72B224D05E6C}"/>
          </ac:spMkLst>
        </pc:spChg>
        <pc:picChg chg="mod">
          <ac:chgData name="Hejia Qiu" userId="11330c03-db52-4a21-b136-9dc8d2118c1f" providerId="ADAL" clId="{76F2A843-02C5-4712-BDF0-698C40E6FFEC}" dt="2025-10-22T08:06:07.658" v="126" actId="1076"/>
          <ac:picMkLst>
            <pc:docMk/>
            <pc:sldMk cId="2891396166" sldId="326"/>
            <ac:picMk id="5" creationId="{B61AA998-DC39-479D-80B8-CEED1E3BD7BE}"/>
          </ac:picMkLst>
        </pc:picChg>
        <pc:picChg chg="mod">
          <ac:chgData name="Hejia Qiu" userId="11330c03-db52-4a21-b136-9dc8d2118c1f" providerId="ADAL" clId="{76F2A843-02C5-4712-BDF0-698C40E6FFEC}" dt="2025-10-22T08:06:05.648" v="125" actId="1076"/>
          <ac:picMkLst>
            <pc:docMk/>
            <pc:sldMk cId="2891396166" sldId="326"/>
            <ac:picMk id="7" creationId="{B09EA0F4-DE44-47EB-907E-267BBE773241}"/>
          </ac:picMkLst>
        </pc:picChg>
        <pc:cxnChg chg="add del">
          <ac:chgData name="Hejia Qiu" userId="11330c03-db52-4a21-b136-9dc8d2118c1f" providerId="ADAL" clId="{76F2A843-02C5-4712-BDF0-698C40E6FFEC}" dt="2025-10-22T09:39:08.404" v="490" actId="11529"/>
          <ac:cxnSpMkLst>
            <pc:docMk/>
            <pc:sldMk cId="2891396166" sldId="326"/>
            <ac:cxnSpMk id="3" creationId="{B7E3EC36-C15D-478A-AE87-93FB27C78892}"/>
          </ac:cxnSpMkLst>
        </pc:cxnChg>
      </pc:sldChg>
      <pc:sldChg chg="modSp del mod">
        <pc:chgData name="Hejia Qiu" userId="11330c03-db52-4a21-b136-9dc8d2118c1f" providerId="ADAL" clId="{76F2A843-02C5-4712-BDF0-698C40E6FFEC}" dt="2025-10-22T09:40:27.803" v="502" actId="47"/>
        <pc:sldMkLst>
          <pc:docMk/>
          <pc:sldMk cId="4179979703" sldId="327"/>
        </pc:sldMkLst>
        <pc:spChg chg="mod">
          <ac:chgData name="Hejia Qiu" userId="11330c03-db52-4a21-b136-9dc8d2118c1f" providerId="ADAL" clId="{76F2A843-02C5-4712-BDF0-698C40E6FFEC}" dt="2025-10-22T08:07:34.707" v="156" actId="20577"/>
          <ac:spMkLst>
            <pc:docMk/>
            <pc:sldMk cId="4179979703" sldId="327"/>
            <ac:spMk id="10" creationId="{BD51C473-C004-4310-89A9-7817FC812202}"/>
          </ac:spMkLst>
        </pc:spChg>
        <pc:spChg chg="mod">
          <ac:chgData name="Hejia Qiu" userId="11330c03-db52-4a21-b136-9dc8d2118c1f" providerId="ADAL" clId="{76F2A843-02C5-4712-BDF0-698C40E6FFEC}" dt="2025-10-22T08:07:17.877" v="141" actId="20577"/>
          <ac:spMkLst>
            <pc:docMk/>
            <pc:sldMk cId="4179979703" sldId="327"/>
            <ac:spMk id="11" creationId="{00000000-0000-0000-0000-000000000000}"/>
          </ac:spMkLst>
        </pc:spChg>
      </pc:sldChg>
      <pc:sldChg chg="delSp modSp mod">
        <pc:chgData name="Hejia Qiu" userId="11330c03-db52-4a21-b136-9dc8d2118c1f" providerId="ADAL" clId="{76F2A843-02C5-4712-BDF0-698C40E6FFEC}" dt="2025-10-22T09:40:43.333" v="504" actId="478"/>
        <pc:sldMkLst>
          <pc:docMk/>
          <pc:sldMk cId="161826387" sldId="328"/>
        </pc:sldMkLst>
        <pc:spChg chg="del mod">
          <ac:chgData name="Hejia Qiu" userId="11330c03-db52-4a21-b136-9dc8d2118c1f" providerId="ADAL" clId="{76F2A843-02C5-4712-BDF0-698C40E6FFEC}" dt="2025-10-22T09:40:43.333" v="504" actId="478"/>
          <ac:spMkLst>
            <pc:docMk/>
            <pc:sldMk cId="161826387" sldId="328"/>
            <ac:spMk id="3" creationId="{6081B938-108A-4760-B3E8-A65DC134A274}"/>
          </ac:spMkLst>
        </pc:spChg>
        <pc:spChg chg="mod">
          <ac:chgData name="Hejia Qiu" userId="11330c03-db52-4a21-b136-9dc8d2118c1f" providerId="ADAL" clId="{76F2A843-02C5-4712-BDF0-698C40E6FFEC}" dt="2025-10-22T08:07:52.137" v="168" actId="20577"/>
          <ac:spMkLst>
            <pc:docMk/>
            <pc:sldMk cId="161826387" sldId="328"/>
            <ac:spMk id="10" creationId="{BD51C473-C004-4310-89A9-7817FC812202}"/>
          </ac:spMkLst>
        </pc:spChg>
        <pc:spChg chg="mod">
          <ac:chgData name="Hejia Qiu" userId="11330c03-db52-4a21-b136-9dc8d2118c1f" providerId="ADAL" clId="{76F2A843-02C5-4712-BDF0-698C40E6FFEC}" dt="2025-10-22T08:08:19.977" v="169" actId="20577"/>
          <ac:spMkLst>
            <pc:docMk/>
            <pc:sldMk cId="161826387" sldId="328"/>
            <ac:spMk id="11" creationId="{00000000-0000-0000-0000-000000000000}"/>
          </ac:spMkLst>
        </pc:spChg>
      </pc:sldChg>
      <pc:sldChg chg="modSp mod">
        <pc:chgData name="Hejia Qiu" userId="11330c03-db52-4a21-b136-9dc8d2118c1f" providerId="ADAL" clId="{76F2A843-02C5-4712-BDF0-698C40E6FFEC}" dt="2025-10-22T09:41:18.813" v="543" actId="1076"/>
        <pc:sldMkLst>
          <pc:docMk/>
          <pc:sldMk cId="1201803177" sldId="329"/>
        </pc:sldMkLst>
        <pc:spChg chg="mod">
          <ac:chgData name="Hejia Qiu" userId="11330c03-db52-4a21-b136-9dc8d2118c1f" providerId="ADAL" clId="{76F2A843-02C5-4712-BDF0-698C40E6FFEC}" dt="2025-10-22T09:41:18.813" v="543" actId="1076"/>
          <ac:spMkLst>
            <pc:docMk/>
            <pc:sldMk cId="1201803177" sldId="329"/>
            <ac:spMk id="13" creationId="{C4561950-6F67-4F85-81C8-785593B6F8D9}"/>
          </ac:spMkLst>
        </pc:spChg>
      </pc:sldChg>
      <pc:sldChg chg="modSp mod">
        <pc:chgData name="Hejia Qiu" userId="11330c03-db52-4a21-b136-9dc8d2118c1f" providerId="ADAL" clId="{76F2A843-02C5-4712-BDF0-698C40E6FFEC}" dt="2025-10-22T09:41:39.633" v="545" actId="1076"/>
        <pc:sldMkLst>
          <pc:docMk/>
          <pc:sldMk cId="740761870" sldId="330"/>
        </pc:sldMkLst>
        <pc:spChg chg="mod">
          <ac:chgData name="Hejia Qiu" userId="11330c03-db52-4a21-b136-9dc8d2118c1f" providerId="ADAL" clId="{76F2A843-02C5-4712-BDF0-698C40E6FFEC}" dt="2025-10-22T09:41:39.633" v="545" actId="1076"/>
          <ac:spMkLst>
            <pc:docMk/>
            <pc:sldMk cId="740761870" sldId="330"/>
            <ac:spMk id="8" creationId="{A75F89F0-7887-4181-A43E-271518E9398D}"/>
          </ac:spMkLst>
        </pc:spChg>
      </pc:sldChg>
      <pc:sldChg chg="modSp mod">
        <pc:chgData name="Hejia Qiu" userId="11330c03-db52-4a21-b136-9dc8d2118c1f" providerId="ADAL" clId="{76F2A843-02C5-4712-BDF0-698C40E6FFEC}" dt="2025-10-22T08:08:34.307" v="177" actId="1076"/>
        <pc:sldMkLst>
          <pc:docMk/>
          <pc:sldMk cId="356046147" sldId="333"/>
        </pc:sldMkLst>
        <pc:spChg chg="mod">
          <ac:chgData name="Hejia Qiu" userId="11330c03-db52-4a21-b136-9dc8d2118c1f" providerId="ADAL" clId="{76F2A843-02C5-4712-BDF0-698C40E6FFEC}" dt="2025-10-22T08:08:29.777" v="176" actId="20577"/>
          <ac:spMkLst>
            <pc:docMk/>
            <pc:sldMk cId="356046147" sldId="333"/>
            <ac:spMk id="11" creationId="{00000000-0000-0000-0000-000000000000}"/>
          </ac:spMkLst>
        </pc:spChg>
        <pc:spChg chg="mod">
          <ac:chgData name="Hejia Qiu" userId="11330c03-db52-4a21-b136-9dc8d2118c1f" providerId="ADAL" clId="{76F2A843-02C5-4712-BDF0-698C40E6FFEC}" dt="2025-10-22T08:08:34.307" v="177" actId="1076"/>
          <ac:spMkLst>
            <pc:docMk/>
            <pc:sldMk cId="356046147" sldId="333"/>
            <ac:spMk id="12" creationId="{814FB149-4F3F-4C65-BC64-7882FE423CD5}"/>
          </ac:spMkLst>
        </pc:spChg>
      </pc:sldChg>
      <pc:sldChg chg="addSp delSp modSp mod">
        <pc:chgData name="Hejia Qiu" userId="11330c03-db52-4a21-b136-9dc8d2118c1f" providerId="ADAL" clId="{76F2A843-02C5-4712-BDF0-698C40E6FFEC}" dt="2025-10-22T08:08:41.024" v="179"/>
        <pc:sldMkLst>
          <pc:docMk/>
          <pc:sldMk cId="1226876888" sldId="334"/>
        </pc:sldMkLst>
        <pc:spChg chg="add mod">
          <ac:chgData name="Hejia Qiu" userId="11330c03-db52-4a21-b136-9dc8d2118c1f" providerId="ADAL" clId="{76F2A843-02C5-4712-BDF0-698C40E6FFEC}" dt="2025-10-22T08:08:41.024" v="179"/>
          <ac:spMkLst>
            <pc:docMk/>
            <pc:sldMk cId="1226876888" sldId="334"/>
            <ac:spMk id="8" creationId="{2B97CD1F-5A79-46B5-9630-3C1F16E994A1}"/>
          </ac:spMkLst>
        </pc:spChg>
        <pc:spChg chg="del">
          <ac:chgData name="Hejia Qiu" userId="11330c03-db52-4a21-b136-9dc8d2118c1f" providerId="ADAL" clId="{76F2A843-02C5-4712-BDF0-698C40E6FFEC}" dt="2025-10-22T08:08:40.607" v="178" actId="478"/>
          <ac:spMkLst>
            <pc:docMk/>
            <pc:sldMk cId="1226876888" sldId="334"/>
            <ac:spMk id="11" creationId="{00000000-0000-0000-0000-000000000000}"/>
          </ac:spMkLst>
        </pc:spChg>
      </pc:sldChg>
      <pc:sldChg chg="addSp delSp modSp mod">
        <pc:chgData name="Hejia Qiu" userId="11330c03-db52-4a21-b136-9dc8d2118c1f" providerId="ADAL" clId="{76F2A843-02C5-4712-BDF0-698C40E6FFEC}" dt="2025-10-22T08:08:46.357" v="181"/>
        <pc:sldMkLst>
          <pc:docMk/>
          <pc:sldMk cId="3737122759" sldId="335"/>
        </pc:sldMkLst>
        <pc:spChg chg="add mod">
          <ac:chgData name="Hejia Qiu" userId="11330c03-db52-4a21-b136-9dc8d2118c1f" providerId="ADAL" clId="{76F2A843-02C5-4712-BDF0-698C40E6FFEC}" dt="2025-10-22T08:08:46.357" v="181"/>
          <ac:spMkLst>
            <pc:docMk/>
            <pc:sldMk cId="3737122759" sldId="335"/>
            <ac:spMk id="9" creationId="{2587DD8D-C8FF-498E-93A9-0540C8B29125}"/>
          </ac:spMkLst>
        </pc:spChg>
        <pc:spChg chg="del">
          <ac:chgData name="Hejia Qiu" userId="11330c03-db52-4a21-b136-9dc8d2118c1f" providerId="ADAL" clId="{76F2A843-02C5-4712-BDF0-698C40E6FFEC}" dt="2025-10-22T08:08:45.977" v="180" actId="478"/>
          <ac:spMkLst>
            <pc:docMk/>
            <pc:sldMk cId="3737122759" sldId="335"/>
            <ac:spMk id="11" creationId="{00000000-0000-0000-0000-000000000000}"/>
          </ac:spMkLst>
        </pc:spChg>
      </pc:sldChg>
      <pc:sldChg chg="addSp delSp modSp mod">
        <pc:chgData name="Hejia Qiu" userId="11330c03-db52-4a21-b136-9dc8d2118c1f" providerId="ADAL" clId="{76F2A843-02C5-4712-BDF0-698C40E6FFEC}" dt="2025-10-22T08:08:49.877" v="183"/>
        <pc:sldMkLst>
          <pc:docMk/>
          <pc:sldMk cId="4236555211" sldId="336"/>
        </pc:sldMkLst>
        <pc:spChg chg="add mod">
          <ac:chgData name="Hejia Qiu" userId="11330c03-db52-4a21-b136-9dc8d2118c1f" providerId="ADAL" clId="{76F2A843-02C5-4712-BDF0-698C40E6FFEC}" dt="2025-10-22T08:08:49.877" v="183"/>
          <ac:spMkLst>
            <pc:docMk/>
            <pc:sldMk cId="4236555211" sldId="336"/>
            <ac:spMk id="10" creationId="{1BE31EFF-8D00-48E2-84C6-3930C1844C76}"/>
          </ac:spMkLst>
        </pc:spChg>
        <pc:spChg chg="del">
          <ac:chgData name="Hejia Qiu" userId="11330c03-db52-4a21-b136-9dc8d2118c1f" providerId="ADAL" clId="{76F2A843-02C5-4712-BDF0-698C40E6FFEC}" dt="2025-10-22T08:08:49.547" v="182" actId="478"/>
          <ac:spMkLst>
            <pc:docMk/>
            <pc:sldMk cId="4236555211" sldId="336"/>
            <ac:spMk id="11" creationId="{00000000-0000-0000-0000-000000000000}"/>
          </ac:spMkLst>
        </pc:spChg>
      </pc:sldChg>
      <pc:sldChg chg="addSp delSp modSp mod">
        <pc:chgData name="Hejia Qiu" userId="11330c03-db52-4a21-b136-9dc8d2118c1f" providerId="ADAL" clId="{76F2A843-02C5-4712-BDF0-698C40E6FFEC}" dt="2025-10-22T08:08:54.167" v="185"/>
        <pc:sldMkLst>
          <pc:docMk/>
          <pc:sldMk cId="3287629843" sldId="337"/>
        </pc:sldMkLst>
        <pc:spChg chg="add mod">
          <ac:chgData name="Hejia Qiu" userId="11330c03-db52-4a21-b136-9dc8d2118c1f" providerId="ADAL" clId="{76F2A843-02C5-4712-BDF0-698C40E6FFEC}" dt="2025-10-22T08:08:54.167" v="185"/>
          <ac:spMkLst>
            <pc:docMk/>
            <pc:sldMk cId="3287629843" sldId="337"/>
            <ac:spMk id="7" creationId="{24D2918B-5591-4651-9FCD-3887A97313DC}"/>
          </ac:spMkLst>
        </pc:spChg>
        <pc:spChg chg="del">
          <ac:chgData name="Hejia Qiu" userId="11330c03-db52-4a21-b136-9dc8d2118c1f" providerId="ADAL" clId="{76F2A843-02C5-4712-BDF0-698C40E6FFEC}" dt="2025-10-22T08:08:53.897" v="184" actId="478"/>
          <ac:spMkLst>
            <pc:docMk/>
            <pc:sldMk cId="3287629843" sldId="337"/>
            <ac:spMk id="11" creationId="{00000000-0000-0000-0000-000000000000}"/>
          </ac:spMkLst>
        </pc:spChg>
      </pc:sldChg>
      <pc:sldChg chg="modSp mod">
        <pc:chgData name="Hejia Qiu" userId="11330c03-db52-4a21-b136-9dc8d2118c1f" providerId="ADAL" clId="{76F2A843-02C5-4712-BDF0-698C40E6FFEC}" dt="2025-10-22T08:03:42.889" v="100" actId="20577"/>
        <pc:sldMkLst>
          <pc:docMk/>
          <pc:sldMk cId="3417831595" sldId="342"/>
        </pc:sldMkLst>
        <pc:spChg chg="mod">
          <ac:chgData name="Hejia Qiu" userId="11330c03-db52-4a21-b136-9dc8d2118c1f" providerId="ADAL" clId="{76F2A843-02C5-4712-BDF0-698C40E6FFEC}" dt="2025-10-22T08:03:42.889" v="100" actId="20577"/>
          <ac:spMkLst>
            <pc:docMk/>
            <pc:sldMk cId="3417831595" sldId="342"/>
            <ac:spMk id="31" creationId="{00000000-0000-0000-0000-000000000000}"/>
          </ac:spMkLst>
        </pc:spChg>
      </pc:sldChg>
      <pc:sldChg chg="del">
        <pc:chgData name="Hejia Qiu" userId="11330c03-db52-4a21-b136-9dc8d2118c1f" providerId="ADAL" clId="{76F2A843-02C5-4712-BDF0-698C40E6FFEC}" dt="2025-10-22T08:04:32.128" v="103" actId="47"/>
        <pc:sldMkLst>
          <pc:docMk/>
          <pc:sldMk cId="3094805843" sldId="343"/>
        </pc:sldMkLst>
      </pc:sldChg>
      <pc:sldChg chg="addSp delSp modSp mod">
        <pc:chgData name="Hejia Qiu" userId="11330c03-db52-4a21-b136-9dc8d2118c1f" providerId="ADAL" clId="{76F2A843-02C5-4712-BDF0-698C40E6FFEC}" dt="2025-10-22T09:37:11.274" v="481" actId="1076"/>
        <pc:sldMkLst>
          <pc:docMk/>
          <pc:sldMk cId="3357973375" sldId="344"/>
        </pc:sldMkLst>
        <pc:spChg chg="mod">
          <ac:chgData name="Hejia Qiu" userId="11330c03-db52-4a21-b136-9dc8d2118c1f" providerId="ADAL" clId="{76F2A843-02C5-4712-BDF0-698C40E6FFEC}" dt="2025-10-22T09:32:36.764" v="301" actId="1076"/>
          <ac:spMkLst>
            <pc:docMk/>
            <pc:sldMk cId="3357973375" sldId="344"/>
            <ac:spMk id="8" creationId="{13E59B2E-D7D0-4652-AB6C-C6E07ECE9372}"/>
          </ac:spMkLst>
        </pc:spChg>
        <pc:spChg chg="mod">
          <ac:chgData name="Hejia Qiu" userId="11330c03-db52-4a21-b136-9dc8d2118c1f" providerId="ADAL" clId="{76F2A843-02C5-4712-BDF0-698C40E6FFEC}" dt="2025-10-22T09:32:27.954" v="299" actId="1076"/>
          <ac:spMkLst>
            <pc:docMk/>
            <pc:sldMk cId="3357973375" sldId="344"/>
            <ac:spMk id="9" creationId="{F35F5DD7-E631-47C5-BF53-92EAFA29A8EA}"/>
          </ac:spMkLst>
        </pc:spChg>
        <pc:spChg chg="mod">
          <ac:chgData name="Hejia Qiu" userId="11330c03-db52-4a21-b136-9dc8d2118c1f" providerId="ADAL" clId="{76F2A843-02C5-4712-BDF0-698C40E6FFEC}" dt="2025-10-22T09:32:19.693" v="295" actId="1076"/>
          <ac:spMkLst>
            <pc:docMk/>
            <pc:sldMk cId="3357973375" sldId="344"/>
            <ac:spMk id="10" creationId="{D21D2EB6-EA05-4267-8A0B-45C7F807DB85}"/>
          </ac:spMkLst>
        </pc:spChg>
        <pc:spChg chg="add mod">
          <ac:chgData name="Hejia Qiu" userId="11330c03-db52-4a21-b136-9dc8d2118c1f" providerId="ADAL" clId="{76F2A843-02C5-4712-BDF0-698C40E6FFEC}" dt="2025-10-22T09:32:21.645" v="296" actId="1076"/>
          <ac:spMkLst>
            <pc:docMk/>
            <pc:sldMk cId="3357973375" sldId="344"/>
            <ac:spMk id="19" creationId="{8CEF91A5-AEBD-46B8-855D-C32AA6FF2608}"/>
          </ac:spMkLst>
        </pc:spChg>
        <pc:spChg chg="add mod">
          <ac:chgData name="Hejia Qiu" userId="11330c03-db52-4a21-b136-9dc8d2118c1f" providerId="ADAL" clId="{76F2A843-02C5-4712-BDF0-698C40E6FFEC}" dt="2025-10-22T09:37:11.274" v="481" actId="1076"/>
          <ac:spMkLst>
            <pc:docMk/>
            <pc:sldMk cId="3357973375" sldId="344"/>
            <ac:spMk id="22" creationId="{033DDC03-869C-4551-8624-E999A280E82A}"/>
          </ac:spMkLst>
        </pc:spChg>
        <pc:picChg chg="del mod">
          <ac:chgData name="Hejia Qiu" userId="11330c03-db52-4a21-b136-9dc8d2118c1f" providerId="ADAL" clId="{76F2A843-02C5-4712-BDF0-698C40E6FFEC}" dt="2025-10-22T09:31:51.891" v="288" actId="478"/>
          <ac:picMkLst>
            <pc:docMk/>
            <pc:sldMk cId="3357973375" sldId="344"/>
            <ac:picMk id="3" creationId="{ABA38C6C-B7E6-4924-957D-C4E21A10771B}"/>
          </ac:picMkLst>
        </pc:picChg>
        <pc:picChg chg="add mod">
          <ac:chgData name="Hejia Qiu" userId="11330c03-db52-4a21-b136-9dc8d2118c1f" providerId="ADAL" clId="{76F2A843-02C5-4712-BDF0-698C40E6FFEC}" dt="2025-10-22T09:32:16.795" v="294" actId="1076"/>
          <ac:picMkLst>
            <pc:docMk/>
            <pc:sldMk cId="3357973375" sldId="344"/>
            <ac:picMk id="4" creationId="{E56D85F6-B547-402B-9FE6-E0C2195016BA}"/>
          </ac:picMkLst>
        </pc:picChg>
        <pc:picChg chg="mod">
          <ac:chgData name="Hejia Qiu" userId="11330c03-db52-4a21-b136-9dc8d2118c1f" providerId="ADAL" clId="{76F2A843-02C5-4712-BDF0-698C40E6FFEC}" dt="2025-10-22T09:32:33.804" v="300" actId="1076"/>
          <ac:picMkLst>
            <pc:docMk/>
            <pc:sldMk cId="3357973375" sldId="344"/>
            <ac:picMk id="5" creationId="{047D9A70-181D-4A67-BB28-37F4C8A0E64C}"/>
          </ac:picMkLst>
        </pc:picChg>
        <pc:picChg chg="del">
          <ac:chgData name="Hejia Qiu" userId="11330c03-db52-4a21-b136-9dc8d2118c1f" providerId="ADAL" clId="{76F2A843-02C5-4712-BDF0-698C40E6FFEC}" dt="2025-10-22T09:28:39.085" v="254" actId="478"/>
          <ac:picMkLst>
            <pc:docMk/>
            <pc:sldMk cId="3357973375" sldId="344"/>
            <ac:picMk id="7" creationId="{35526188-5FBC-46B6-ABC7-7D2CD14914BC}"/>
          </ac:picMkLst>
        </pc:picChg>
        <pc:picChg chg="add mod">
          <ac:chgData name="Hejia Qiu" userId="11330c03-db52-4a21-b136-9dc8d2118c1f" providerId="ADAL" clId="{76F2A843-02C5-4712-BDF0-698C40E6FFEC}" dt="2025-10-22T09:30:29.865" v="272" actId="1076"/>
          <ac:picMkLst>
            <pc:docMk/>
            <pc:sldMk cId="3357973375" sldId="344"/>
            <ac:picMk id="11" creationId="{D4525665-CAB5-4355-A681-3DB55577DFCC}"/>
          </ac:picMkLst>
        </pc:picChg>
        <pc:picChg chg="del">
          <ac:chgData name="Hejia Qiu" userId="11330c03-db52-4a21-b136-9dc8d2118c1f" providerId="ADAL" clId="{76F2A843-02C5-4712-BDF0-698C40E6FFEC}" dt="2025-10-22T09:28:59.151" v="257" actId="478"/>
          <ac:picMkLst>
            <pc:docMk/>
            <pc:sldMk cId="3357973375" sldId="344"/>
            <ac:picMk id="12" creationId="{AB1ACD79-F596-421C-B02C-7B67FFA956B9}"/>
          </ac:picMkLst>
        </pc:picChg>
        <pc:picChg chg="add del">
          <ac:chgData name="Hejia Qiu" userId="11330c03-db52-4a21-b136-9dc8d2118c1f" providerId="ADAL" clId="{76F2A843-02C5-4712-BDF0-698C40E6FFEC}" dt="2025-10-22T09:31:19.304" v="281" actId="478"/>
          <ac:picMkLst>
            <pc:docMk/>
            <pc:sldMk cId="3357973375" sldId="344"/>
            <ac:picMk id="14" creationId="{FEAAA011-7AD0-4597-852A-A27967A240D6}"/>
          </ac:picMkLst>
        </pc:picChg>
        <pc:picChg chg="add del mod">
          <ac:chgData name="Hejia Qiu" userId="11330c03-db52-4a21-b136-9dc8d2118c1f" providerId="ADAL" clId="{76F2A843-02C5-4712-BDF0-698C40E6FFEC}" dt="2025-10-22T09:31:24.768" v="283" actId="478"/>
          <ac:picMkLst>
            <pc:docMk/>
            <pc:sldMk cId="3357973375" sldId="344"/>
            <ac:picMk id="16" creationId="{1C0CD588-72E3-47F8-8A09-EB8A3B2D3860}"/>
          </ac:picMkLst>
        </pc:picChg>
        <pc:picChg chg="add mod">
          <ac:chgData name="Hejia Qiu" userId="11330c03-db52-4a21-b136-9dc8d2118c1f" providerId="ADAL" clId="{76F2A843-02C5-4712-BDF0-698C40E6FFEC}" dt="2025-10-22T09:32:25.749" v="298" actId="1076"/>
          <ac:picMkLst>
            <pc:docMk/>
            <pc:sldMk cId="3357973375" sldId="344"/>
            <ac:picMk id="18" creationId="{B7E70A0F-42AA-4273-9198-54D653336E46}"/>
          </ac:picMkLst>
        </pc:picChg>
        <pc:picChg chg="add mod">
          <ac:chgData name="Hejia Qiu" userId="11330c03-db52-4a21-b136-9dc8d2118c1f" providerId="ADAL" clId="{76F2A843-02C5-4712-BDF0-698C40E6FFEC}" dt="2025-10-22T09:32:08.125" v="292" actId="1076"/>
          <ac:picMkLst>
            <pc:docMk/>
            <pc:sldMk cId="3357973375" sldId="344"/>
            <ac:picMk id="21" creationId="{DA296036-7E05-4A63-AA1E-9CF56385013B}"/>
          </ac:picMkLst>
        </pc:picChg>
      </pc:sldChg>
      <pc:sldChg chg="addSp modSp mod">
        <pc:chgData name="Hejia Qiu" userId="11330c03-db52-4a21-b136-9dc8d2118c1f" providerId="ADAL" clId="{76F2A843-02C5-4712-BDF0-698C40E6FFEC}" dt="2025-10-22T09:38:10.234" v="488" actId="1076"/>
        <pc:sldMkLst>
          <pc:docMk/>
          <pc:sldMk cId="1704990382" sldId="345"/>
        </pc:sldMkLst>
        <pc:spChg chg="add mod">
          <ac:chgData name="Hejia Qiu" userId="11330c03-db52-4a21-b136-9dc8d2118c1f" providerId="ADAL" clId="{76F2A843-02C5-4712-BDF0-698C40E6FFEC}" dt="2025-10-22T09:38:10.234" v="488" actId="1076"/>
          <ac:spMkLst>
            <pc:docMk/>
            <pc:sldMk cId="1704990382" sldId="345"/>
            <ac:spMk id="6" creationId="{EAA34233-4C8D-4AE9-AA65-A18D195B6BE8}"/>
          </ac:spMkLst>
        </pc:spChg>
      </pc:sldChg>
      <pc:sldChg chg="addSp modSp new mod">
        <pc:chgData name="Hejia Qiu" userId="11330c03-db52-4a21-b136-9dc8d2118c1f" providerId="ADAL" clId="{76F2A843-02C5-4712-BDF0-698C40E6FFEC}" dt="2025-10-22T09:35:29.414" v="380" actId="1035"/>
        <pc:sldMkLst>
          <pc:docMk/>
          <pc:sldMk cId="206747150" sldId="346"/>
        </pc:sldMkLst>
        <pc:spChg chg="add mod">
          <ac:chgData name="Hejia Qiu" userId="11330c03-db52-4a21-b136-9dc8d2118c1f" providerId="ADAL" clId="{76F2A843-02C5-4712-BDF0-698C40E6FFEC}" dt="2025-10-22T09:35:29.414" v="380" actId="1035"/>
          <ac:spMkLst>
            <pc:docMk/>
            <pc:sldMk cId="206747150" sldId="346"/>
            <ac:spMk id="4" creationId="{F861E690-975A-43B4-8CF8-D7C34A097301}"/>
          </ac:spMkLst>
        </pc:spChg>
        <pc:spChg chg="add mod">
          <ac:chgData name="Hejia Qiu" userId="11330c03-db52-4a21-b136-9dc8d2118c1f" providerId="ADAL" clId="{76F2A843-02C5-4712-BDF0-698C40E6FFEC}" dt="2025-10-22T09:35:29.414" v="380" actId="1035"/>
          <ac:spMkLst>
            <pc:docMk/>
            <pc:sldMk cId="206747150" sldId="346"/>
            <ac:spMk id="5" creationId="{127ED4DE-3CA7-4496-B8F7-69E84195681A}"/>
          </ac:spMkLst>
        </pc:spChg>
        <pc:picChg chg="add mod">
          <ac:chgData name="Hejia Qiu" userId="11330c03-db52-4a21-b136-9dc8d2118c1f" providerId="ADAL" clId="{76F2A843-02C5-4712-BDF0-698C40E6FFEC}" dt="2025-10-22T09:35:19.234" v="377" actId="1076"/>
          <ac:picMkLst>
            <pc:docMk/>
            <pc:sldMk cId="206747150" sldId="346"/>
            <ac:picMk id="3" creationId="{9EA55962-06C7-4835-9A0C-4874501E0FA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D7D57-1522-4766-8340-B99DF88C1C78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6A7CF-AEBE-495F-B60E-38176E6CAE6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228BA-2605-4C88-A875-D52C28A9C9F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4C3D3-0524-4FC2-8808-BD28EEF089C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ejia.Qiu@XJTL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rtualbox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virtualbox.org/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ox.xjtlu.edu.cn/d/bece1aa3b83d4c93a1cb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4E62-524F-439C-9CE3-958594ED6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48771"/>
            <a:ext cx="9144000" cy="2387600"/>
          </a:xfrm>
        </p:spPr>
        <p:txBody>
          <a:bodyPr/>
          <a:lstStyle/>
          <a:p>
            <a:r>
              <a:rPr lang="en-US" altLang="zh-CN" dirty="0"/>
              <a:t>DTS207TC Week Lab W6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AD9DC-2398-4FDB-9B6A-9D2D72B2A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81393"/>
            <a:ext cx="9144000" cy="1655762"/>
          </a:xfrm>
        </p:spPr>
        <p:txBody>
          <a:bodyPr>
            <a:noAutofit/>
          </a:bodyPr>
          <a:lstStyle/>
          <a:p>
            <a:r>
              <a:rPr lang="en-US" altLang="zh-CN" dirty="0"/>
              <a:t>Hejia Qiu </a:t>
            </a:r>
          </a:p>
          <a:p>
            <a:r>
              <a:rPr lang="en-US" altLang="zh-CN" dirty="0"/>
              <a:t>Assistant Professor in AIAC </a:t>
            </a:r>
          </a:p>
          <a:p>
            <a:r>
              <a:rPr lang="en-US" dirty="0"/>
              <a:t>Email:  </a:t>
            </a:r>
            <a:r>
              <a:rPr lang="en-US" altLang="zh-CN" dirty="0">
                <a:hlinkClick r:id="rId2"/>
              </a:rPr>
              <a:t>Hejia.Qiu@XJTLU.EDU.CN</a:t>
            </a:r>
            <a:r>
              <a:rPr lang="en-US" altLang="zh-CN" dirty="0"/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Office Hour: D-5020 </a:t>
            </a:r>
          </a:p>
          <a:p>
            <a:r>
              <a:rPr lang="en-US" dirty="0"/>
              <a:t>Tuesday &amp; Thursday 2-4 PM</a:t>
            </a:r>
          </a:p>
        </p:txBody>
      </p:sp>
    </p:spTree>
    <p:extLst>
      <p:ext uri="{BB962C8B-B14F-4D97-AF65-F5344CB8AC3E}">
        <p14:creationId xmlns:p14="http://schemas.microsoft.com/office/powerpoint/2010/main" val="358999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FA8748-79D5-4A1F-99B4-8A5F4D8D4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29343"/>
            <a:ext cx="9144000" cy="5399314"/>
          </a:xfrm>
        </p:spPr>
        <p:txBody>
          <a:bodyPr/>
          <a:lstStyle/>
          <a:p>
            <a:pPr algn="l"/>
            <a:r>
              <a:rPr lang="en-US" dirty="0"/>
              <a:t>Week 6: </a:t>
            </a:r>
            <a:r>
              <a:rPr lang="en-US" altLang="zh-CN" dirty="0"/>
              <a:t>Hadoop</a:t>
            </a:r>
            <a:endParaRPr lang="en-US" dirty="0"/>
          </a:p>
          <a:p>
            <a:pPr algn="l"/>
            <a:r>
              <a:rPr lang="en-US" dirty="0"/>
              <a:t>	- Installing VirtualBox + Ubuntu + Hadoop (Single Node Mode)</a:t>
            </a:r>
          </a:p>
          <a:p>
            <a:pPr algn="l"/>
            <a:r>
              <a:rPr lang="en-US" dirty="0"/>
              <a:t>	- Try Map Reduce on Hadoop in Python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Week 7: </a:t>
            </a:r>
            <a:r>
              <a:rPr lang="en-US" altLang="zh-CN" dirty="0"/>
              <a:t>Data Warehousing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0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492D-B58B-4FA1-982B-A5B7DA6E25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021D8-65CF-4934-8D6B-0829E387C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Hadoop for Big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76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EDE0">
                <a:alpha val="20000"/>
              </a:srgbClr>
            </a:gs>
            <a:gs pos="50000">
              <a:srgbClr val="F4EDE0">
                <a:alpha val="10000"/>
              </a:srgbClr>
            </a:gs>
            <a:gs pos="100000">
              <a:srgbClr val="F4EDE0">
                <a:alpha val="2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336269" y="960237"/>
            <a:ext cx="55194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dirty="0">
                <a:latin typeface="+mn-ea"/>
              </a:rPr>
              <a:t>Objectives (2 Hours)</a:t>
            </a:r>
            <a:endParaRPr lang="en-US" sz="4800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5328" y="1935030"/>
            <a:ext cx="9923550" cy="32571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🎯 </a:t>
            </a:r>
            <a:r>
              <a:rPr lang="en-US" altLang="zh-CN" sz="2800" dirty="0"/>
              <a:t>By the end of this tutorial, you will be able to: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Install and run </a:t>
            </a:r>
            <a:r>
              <a:rPr lang="en-US" altLang="zh-CN" sz="2800" b="1" dirty="0"/>
              <a:t>Oracle VirtualBox</a:t>
            </a:r>
            <a:endParaRPr lang="en-US" altLang="zh-CN" sz="28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Set up </a:t>
            </a:r>
            <a:r>
              <a:rPr lang="en-US" altLang="zh-CN" sz="2800" b="1" dirty="0"/>
              <a:t>Ubuntu Linux</a:t>
            </a:r>
            <a:r>
              <a:rPr lang="en-US" altLang="zh-CN" sz="2800" dirty="0"/>
              <a:t> as a virtual machine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Configure </a:t>
            </a:r>
            <a:r>
              <a:rPr lang="en-US" altLang="zh-CN" sz="2800" b="1" dirty="0"/>
              <a:t>Hadoop in pseudo-distributed (single-node) mode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Run </a:t>
            </a:r>
            <a:r>
              <a:rPr lang="en-US" altLang="zh-CN" sz="2800" b="1" dirty="0"/>
              <a:t>MapReduce</a:t>
            </a:r>
            <a:r>
              <a:rPr lang="en-US" altLang="zh-CN" sz="2800" dirty="0"/>
              <a:t> examples on Hadoop in Python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784960" y="665825"/>
            <a:ext cx="6657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Overview of the Big Data Stack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2467" y="1571045"/>
            <a:ext cx="4588115" cy="3903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🧱 </a:t>
            </a:r>
            <a:r>
              <a:rPr lang="en-US" altLang="zh-CN" sz="2800" dirty="0"/>
              <a:t>Layers: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OS: Ubuntu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Framework: Hadoop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Storage: HDFS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Processing: MapReduce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/>
          </a:p>
        </p:txBody>
      </p:sp>
      <p:sp>
        <p:nvSpPr>
          <p:cNvPr id="2" name="文本框 1"/>
          <p:cNvSpPr txBox="1"/>
          <p:nvPr/>
        </p:nvSpPr>
        <p:spPr>
          <a:xfrm rot="21351148">
            <a:off x="4329531" y="5161326"/>
            <a:ext cx="7112140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normalizeH="0" baseline="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Focus today: Single-node mode = all on one 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150715" y="895193"/>
            <a:ext cx="8316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1 – Download &amp; Install VirtualBox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7775" y="1800413"/>
            <a:ext cx="8509061" cy="3903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🌐 </a:t>
            </a:r>
            <a:r>
              <a:rPr lang="en-US" altLang="zh-CN" sz="2800" dirty="0">
                <a:hlinkClick r:id="rId2"/>
              </a:rPr>
              <a:t>https://www.virtualbox.org</a:t>
            </a:r>
            <a:br>
              <a:rPr lang="en-US" altLang="zh-CN" sz="2800" dirty="0"/>
            </a:br>
            <a:r>
              <a:rPr lang="en-US" altLang="zh-CN" sz="2800" dirty="0"/>
              <a:t>✅ Choose version for your OS (Windows, macOS, Linux)</a:t>
            </a:r>
            <a:br>
              <a:rPr lang="en-US" altLang="zh-CN" sz="2800" dirty="0"/>
            </a:br>
            <a:r>
              <a:rPr lang="zh-CN" altLang="en-US" sz="2800" dirty="0"/>
              <a:t>🛠️ </a:t>
            </a:r>
            <a:r>
              <a:rPr lang="en-US" altLang="zh-CN" sz="2800" dirty="0"/>
              <a:t>Run the installer and follow the default settings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If you are using Lab PC, it is already installed.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We strongly suggest you to use Lab PC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937651" y="115410"/>
            <a:ext cx="8316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1 – Download &amp; Install VirtualBox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4711" y="1020630"/>
            <a:ext cx="8509061" cy="1961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🌐 </a:t>
            </a:r>
            <a:r>
              <a:rPr lang="en-US" altLang="zh-CN" sz="2800" dirty="0">
                <a:hlinkClick r:id="rId2"/>
              </a:rPr>
              <a:t>https://www.virtualbox.org</a:t>
            </a:r>
            <a:br>
              <a:rPr lang="en-US" altLang="zh-CN" sz="2800" dirty="0"/>
            </a:br>
            <a:r>
              <a:rPr lang="en-US" altLang="zh-CN" sz="2800" dirty="0"/>
              <a:t>✅ Choose version for your OS (Windows, macOS, Linux)</a:t>
            </a:r>
            <a:br>
              <a:rPr lang="en-US" altLang="zh-CN" sz="2800" dirty="0"/>
            </a:br>
            <a:r>
              <a:rPr lang="zh-CN" altLang="en-US" sz="2800" dirty="0"/>
              <a:t>🛠️ </a:t>
            </a:r>
            <a:r>
              <a:rPr lang="en-US" altLang="zh-CN" sz="2800" dirty="0"/>
              <a:t>Run the installer and follow the default settings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" y="3071495"/>
            <a:ext cx="6346190" cy="3336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473"/>
            <a:ext cx="12192000" cy="5928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699572" y="518952"/>
            <a:ext cx="6704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2 – Download Ubuntu ISO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8441" y="1444307"/>
            <a:ext cx="10392622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-apple-system"/>
              </a:rPr>
              <a:t>Due to the time limitation, we use the OVA file to skip all the configuration of Ubuntu and Hadoop.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>
              <a:solidFill>
                <a:srgbClr val="212529"/>
              </a:solidFill>
              <a:latin typeface="-apple-system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rgbClr val="212529"/>
                </a:solidFill>
                <a:latin typeface="-apple-system"/>
              </a:rPr>
              <a:t>Download all the zip files and extract to one OVA file. Then import it into the VirtualBox. </a:t>
            </a:r>
            <a:r>
              <a:rPr lang="en-US" altLang="zh-CN" sz="2800" b="1" dirty="0">
                <a:solidFill>
                  <a:srgbClr val="FF0000"/>
                </a:solidFill>
                <a:latin typeface="-apple-system"/>
              </a:rPr>
              <a:t>Use Lab PC </a:t>
            </a:r>
            <a:r>
              <a:rPr lang="en-US" altLang="zh-CN" sz="2800" dirty="0">
                <a:solidFill>
                  <a:srgbClr val="212529"/>
                </a:solidFill>
                <a:latin typeface="-apple-system"/>
              </a:rPr>
              <a:t>if your laptop is a MacBook.</a:t>
            </a:r>
          </a:p>
          <a:p>
            <a:pPr>
              <a:lnSpc>
                <a:spcPct val="150000"/>
              </a:lnSpc>
            </a:pPr>
            <a:r>
              <a:rPr lang="en-US" sz="2800" b="0" i="0" dirty="0">
                <a:solidFill>
                  <a:srgbClr val="212529"/>
                </a:solidFill>
                <a:effectLst/>
                <a:latin typeface="-apple-system"/>
                <a:hlinkClick r:id="rId2"/>
              </a:rPr>
              <a:t>https://box.xjtlu.edu.cn/d/bece1aa3b83d4c93a1cb/</a:t>
            </a:r>
            <a:r>
              <a:rPr lang="en-US" sz="28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41783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55962-06C7-4835-9A0C-4874501E0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414" y="1267928"/>
            <a:ext cx="8088284" cy="416882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861E690-975A-43B4-8CF8-D7C34A097301}"/>
              </a:ext>
            </a:extLst>
          </p:cNvPr>
          <p:cNvSpPr/>
          <p:nvPr/>
        </p:nvSpPr>
        <p:spPr>
          <a:xfrm>
            <a:off x="8595360" y="2633874"/>
            <a:ext cx="349134" cy="332509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ED4DE-3CA7-4496-B8F7-69E84195681A}"/>
              </a:ext>
            </a:extLst>
          </p:cNvPr>
          <p:cNvSpPr txBox="1"/>
          <p:nvPr/>
        </p:nvSpPr>
        <p:spPr>
          <a:xfrm>
            <a:off x="7830587" y="2966383"/>
            <a:ext cx="3832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Download all zip files one-by-one</a:t>
            </a:r>
          </a:p>
        </p:txBody>
      </p:sp>
    </p:spTree>
    <p:extLst>
      <p:ext uri="{BB962C8B-B14F-4D97-AF65-F5344CB8AC3E}">
        <p14:creationId xmlns:p14="http://schemas.microsoft.com/office/powerpoint/2010/main" val="20674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7D9A70-181D-4A67-BB28-37F4C8A0E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110" y="2536624"/>
            <a:ext cx="2466612" cy="452212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3E59B2E-D7D0-4652-AB6C-C6E07ECE9372}"/>
              </a:ext>
            </a:extLst>
          </p:cNvPr>
          <p:cNvSpPr/>
          <p:nvPr/>
        </p:nvSpPr>
        <p:spPr>
          <a:xfrm rot="2637293">
            <a:off x="153613" y="2415771"/>
            <a:ext cx="1571105" cy="324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35F5DD7-E631-47C5-BF53-92EAFA29A8EA}"/>
              </a:ext>
            </a:extLst>
          </p:cNvPr>
          <p:cNvSpPr/>
          <p:nvPr/>
        </p:nvSpPr>
        <p:spPr>
          <a:xfrm>
            <a:off x="4304830" y="4635588"/>
            <a:ext cx="1571105" cy="324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21D2EB6-EA05-4267-8A0B-45C7F807DB85}"/>
              </a:ext>
            </a:extLst>
          </p:cNvPr>
          <p:cNvSpPr/>
          <p:nvPr/>
        </p:nvSpPr>
        <p:spPr>
          <a:xfrm rot="16200000">
            <a:off x="9891587" y="2845220"/>
            <a:ext cx="1571105" cy="324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6D85F6-B547-402B-9FE6-E0C219501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128" y="4054566"/>
            <a:ext cx="2486025" cy="137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525665-CAB5-4355-A681-3DB55577D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75" y="36021"/>
            <a:ext cx="5000625" cy="19240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E70A0F-42AA-4273-9198-54D653336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935" y="4585712"/>
            <a:ext cx="1756112" cy="435727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8CEF91A5-AEBD-46B8-855D-C32AA6FF2608}"/>
              </a:ext>
            </a:extLst>
          </p:cNvPr>
          <p:cNvSpPr/>
          <p:nvPr/>
        </p:nvSpPr>
        <p:spPr>
          <a:xfrm>
            <a:off x="7755479" y="4635589"/>
            <a:ext cx="1571105" cy="324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A296036-7E05-4A63-AA1E-9CF5638501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8936"/>
            <a:ext cx="3948947" cy="18182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3DDC03-869C-4551-8624-E999A280E82A}"/>
              </a:ext>
            </a:extLst>
          </p:cNvPr>
          <p:cNvSpPr txBox="1"/>
          <p:nvPr/>
        </p:nvSpPr>
        <p:spPr>
          <a:xfrm>
            <a:off x="2647502" y="6035040"/>
            <a:ext cx="4106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If you are using own Windows laptop, try 7-Zip or WinRAR for OVA extraction.</a:t>
            </a:r>
          </a:p>
        </p:txBody>
      </p:sp>
    </p:spTree>
    <p:extLst>
      <p:ext uri="{BB962C8B-B14F-4D97-AF65-F5344CB8AC3E}">
        <p14:creationId xmlns:p14="http://schemas.microsoft.com/office/powerpoint/2010/main" val="3357973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61AD2E-8310-46B2-9089-9BA4D7416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34" y="1238596"/>
            <a:ext cx="5254614" cy="3341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571E00-26E9-4812-AB41-C65DA3ECA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252" y="1238596"/>
            <a:ext cx="5254614" cy="3341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A34233-4C8D-4AE9-AA65-A18D195B6BE8}"/>
              </a:ext>
            </a:extLst>
          </p:cNvPr>
          <p:cNvSpPr txBox="1"/>
          <p:nvPr/>
        </p:nvSpPr>
        <p:spPr>
          <a:xfrm>
            <a:off x="1968037" y="4580312"/>
            <a:ext cx="6097384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rgbClr val="FF0000"/>
                </a:solidFill>
                <a:latin typeface="-apple-system"/>
              </a:rPr>
              <a:t>User: h   Password: 123</a:t>
            </a:r>
          </a:p>
        </p:txBody>
      </p:sp>
    </p:spTree>
    <p:extLst>
      <p:ext uri="{BB962C8B-B14F-4D97-AF65-F5344CB8AC3E}">
        <p14:creationId xmlns:p14="http://schemas.microsoft.com/office/powerpoint/2010/main" val="1704990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569853" y="816746"/>
            <a:ext cx="6999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3 – Format the </a:t>
            </a:r>
            <a:r>
              <a:rPr lang="en-US" altLang="zh-CN" sz="3600" b="1" dirty="0" err="1">
                <a:latin typeface="+mn-ea"/>
              </a:rPr>
              <a:t>Namenode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5715" y="1612729"/>
            <a:ext cx="7007046" cy="3254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Initialize Hadoop filesystem: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✅ Only do this once after initial configuration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47414" y="2397280"/>
            <a:ext cx="9421883" cy="6718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hdfs</a:t>
            </a:r>
            <a:r>
              <a:rPr lang="en-US" sz="2800" dirty="0"/>
              <a:t> </a:t>
            </a:r>
            <a:r>
              <a:rPr lang="en-US" sz="2800" dirty="0" err="1"/>
              <a:t>namenode</a:t>
            </a:r>
            <a:r>
              <a:rPr lang="en-US" sz="2800" dirty="0"/>
              <a:t> -format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116287" y="674703"/>
            <a:ext cx="6083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4 – Start HDFS Services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4492" y="1470686"/>
            <a:ext cx="9167446" cy="3903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✅ </a:t>
            </a:r>
            <a:r>
              <a:rPr lang="en-US" altLang="zh-CN" sz="2800" dirty="0"/>
              <a:t>Check with: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You should see </a:t>
            </a:r>
            <a:r>
              <a:rPr lang="en-US" altLang="zh-CN" sz="2800" dirty="0" err="1"/>
              <a:t>NameNode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DataNode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SecondaryNameNode</a:t>
            </a:r>
            <a:r>
              <a:rPr lang="en-US" altLang="zh-CN" sz="2800" dirty="0"/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36191" y="1747240"/>
            <a:ext cx="9421883" cy="6718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start-dfs.sh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36190" y="3602998"/>
            <a:ext cx="9421883" cy="6718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jps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914650" y="843379"/>
            <a:ext cx="4273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Start HDFS Services</a:t>
            </a:r>
            <a:endParaRPr lang="en-US" sz="3600" b="1" dirty="0">
              <a:latin typeface="+mn-e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9AD139-2A30-49A5-8AE4-DA3A18EBA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648" y="2189983"/>
            <a:ext cx="5627737" cy="338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36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139096" y="896645"/>
            <a:ext cx="6144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5 – Start YARN Services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7758" y="1692628"/>
            <a:ext cx="7370351" cy="3903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✅ </a:t>
            </a:r>
            <a:r>
              <a:rPr lang="en-US" altLang="zh-CN" sz="2800" dirty="0"/>
              <a:t>Check with: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You should see </a:t>
            </a:r>
            <a:r>
              <a:rPr lang="en-US" altLang="zh-CN" sz="2800" dirty="0" err="1"/>
              <a:t>ResourceManager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NodeManager</a:t>
            </a:r>
            <a:r>
              <a:rPr lang="en-US" altLang="zh-CN" sz="2800" dirty="0"/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89457" y="1969182"/>
            <a:ext cx="9421883" cy="6718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start-yarn.sh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89456" y="3824940"/>
            <a:ext cx="9421883" cy="6718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jps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928582" y="754602"/>
            <a:ext cx="4334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Start YARN Services</a:t>
            </a:r>
            <a:endParaRPr lang="en-US" sz="3600" b="1" dirty="0">
              <a:latin typeface="+mn-e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5EA131-37DD-4CA9-8764-6D1E7A984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699" y="1781664"/>
            <a:ext cx="5326602" cy="408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23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685781" y="878890"/>
            <a:ext cx="5069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Access Hadoop Web UI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6635" y="1674873"/>
            <a:ext cx="7414209" cy="2607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🌐 </a:t>
            </a:r>
            <a:r>
              <a:rPr lang="en-US" altLang="zh-CN" sz="2800" dirty="0"/>
              <a:t>In browser (from host machine or inside VM):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HDFS: http://localhost:9870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YARN: http://localhost:8088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🧠 </a:t>
            </a:r>
            <a:r>
              <a:rPr lang="en-US" altLang="zh-CN" sz="2800" dirty="0"/>
              <a:t>Useful for debugging &amp; monitoring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561494" y="115410"/>
            <a:ext cx="5069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Access Hadoop Web UI</a:t>
            </a:r>
            <a:endParaRPr lang="en-US" sz="3600" b="1" dirty="0">
              <a:latin typeface="+mn-e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D77BB5-C9AB-4A2B-B32A-0A180F748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675" y="742985"/>
            <a:ext cx="8260648" cy="53700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561494" y="115410"/>
            <a:ext cx="5069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Access Hadoop Web UI</a:t>
            </a:r>
            <a:endParaRPr lang="en-US" sz="3600" b="1" dirty="0">
              <a:latin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8D525A-1376-40D5-9015-16169F992A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653" y="692229"/>
            <a:ext cx="8328692" cy="542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97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891438" y="1020932"/>
            <a:ext cx="6409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6 – Test with Sample File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83693" y="4238281"/>
            <a:ext cx="7893508" cy="668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✅ If output shows uploaded file → setup is working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95495" y="1970516"/>
            <a:ext cx="9421883" cy="19645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hdfs</a:t>
            </a:r>
            <a:r>
              <a:rPr lang="en-US" sz="2800" dirty="0"/>
              <a:t> </a:t>
            </a:r>
            <a:r>
              <a:rPr lang="en-US" sz="2800" dirty="0" err="1"/>
              <a:t>dfs</a:t>
            </a:r>
            <a:r>
              <a:rPr lang="en-US" sz="2800" dirty="0"/>
              <a:t> -</a:t>
            </a:r>
            <a:r>
              <a:rPr lang="en-US" sz="2800" dirty="0" err="1"/>
              <a:t>mkdir</a:t>
            </a:r>
            <a:r>
              <a:rPr lang="en-US" sz="2800" dirty="0"/>
              <a:t> /test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hdfs</a:t>
            </a:r>
            <a:r>
              <a:rPr lang="en-US" sz="2800" dirty="0"/>
              <a:t> </a:t>
            </a:r>
            <a:r>
              <a:rPr lang="en-US" sz="2800" dirty="0" err="1"/>
              <a:t>dfs</a:t>
            </a:r>
            <a:r>
              <a:rPr lang="en-US" sz="2800" dirty="0"/>
              <a:t> -put ~/.</a:t>
            </a:r>
            <a:r>
              <a:rPr lang="en-US" sz="2800" dirty="0" err="1"/>
              <a:t>bashrc</a:t>
            </a:r>
            <a:r>
              <a:rPr lang="en-US" sz="2800" dirty="0"/>
              <a:t> /test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hdfs</a:t>
            </a:r>
            <a:r>
              <a:rPr lang="en-US" sz="2800" dirty="0"/>
              <a:t> </a:t>
            </a:r>
            <a:r>
              <a:rPr lang="en-US" sz="2800" dirty="0" err="1"/>
              <a:t>dfs</a:t>
            </a:r>
            <a:r>
              <a:rPr lang="en-US" sz="2800" dirty="0"/>
              <a:t> -ls /test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4DF37-4F4F-4E4C-9364-6612737D34DF}"/>
              </a:ext>
            </a:extLst>
          </p:cNvPr>
          <p:cNvSpPr txBox="1"/>
          <p:nvPr/>
        </p:nvSpPr>
        <p:spPr>
          <a:xfrm>
            <a:off x="6096000" y="2050865"/>
            <a:ext cx="469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Pay attention to the space between commands!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796334" y="941033"/>
            <a:ext cx="4599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Test with Sample File</a:t>
            </a:r>
            <a:endParaRPr lang="en-US" sz="3600" b="1" dirty="0">
              <a:latin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B512E-6450-490C-8978-79463AF8B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22" y="1862151"/>
            <a:ext cx="11498756" cy="21521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1383694" y="4158382"/>
            <a:ext cx="7893508" cy="668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✅ If output shows uploaded file → setup is working</a:t>
            </a:r>
          </a:p>
        </p:txBody>
      </p:sp>
    </p:spTree>
    <p:extLst>
      <p:ext uri="{BB962C8B-B14F-4D97-AF65-F5344CB8AC3E}">
        <p14:creationId xmlns:p14="http://schemas.microsoft.com/office/powerpoint/2010/main" val="3206594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725185-A253-48E7-AFF3-6C64C1722D90}"/>
              </a:ext>
            </a:extLst>
          </p:cNvPr>
          <p:cNvSpPr txBox="1"/>
          <p:nvPr/>
        </p:nvSpPr>
        <p:spPr>
          <a:xfrm>
            <a:off x="2264665" y="1020932"/>
            <a:ext cx="76626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7 – Try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Ubuntu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A17C6-A4B2-494D-A5DC-E7E5FD3C774D}"/>
              </a:ext>
            </a:extLst>
          </p:cNvPr>
          <p:cNvSpPr txBox="1"/>
          <p:nvPr/>
        </p:nvSpPr>
        <p:spPr>
          <a:xfrm>
            <a:off x="2081963" y="5581041"/>
            <a:ext cx="8451353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Create mapper.py and reducer.py – word count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5ABE8F-C80D-4651-A1A0-92A2ABD0D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63" y="2161309"/>
            <a:ext cx="3556415" cy="29676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A3272C-8364-4132-B8F8-902A6D1A5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005" y="1758542"/>
            <a:ext cx="3901580" cy="40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02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B1735F-F137-4C52-8F8D-907618DE31A0}"/>
              </a:ext>
            </a:extLst>
          </p:cNvPr>
          <p:cNvSpPr txBox="1"/>
          <p:nvPr/>
        </p:nvSpPr>
        <p:spPr>
          <a:xfrm>
            <a:off x="1627217" y="352333"/>
            <a:ext cx="27535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words = </a:t>
            </a:r>
            <a:r>
              <a:rPr lang="en-US" dirty="0" err="1"/>
              <a:t>line.strip</a:t>
            </a:r>
            <a:r>
              <a:rPr lang="en-US" dirty="0"/>
              <a:t>().split()</a:t>
            </a:r>
          </a:p>
          <a:p>
            <a:r>
              <a:rPr lang="en-US" dirty="0"/>
              <a:t>    for word in words:</a:t>
            </a:r>
          </a:p>
          <a:p>
            <a:r>
              <a:rPr lang="en-US" dirty="0"/>
              <a:t>        print(f"{word}\t1")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44F6DE-61F2-4D01-8619-1E9A0DFDFA5D}"/>
              </a:ext>
            </a:extLst>
          </p:cNvPr>
          <p:cNvSpPr txBox="1"/>
          <p:nvPr/>
        </p:nvSpPr>
        <p:spPr>
          <a:xfrm>
            <a:off x="5343007" y="352333"/>
            <a:ext cx="60973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endParaRPr lang="en-US" dirty="0"/>
          </a:p>
          <a:p>
            <a:r>
              <a:rPr lang="en-US" dirty="0" err="1"/>
              <a:t>current_word</a:t>
            </a:r>
            <a:r>
              <a:rPr lang="en-US" dirty="0"/>
              <a:t> = None</a:t>
            </a:r>
          </a:p>
          <a:p>
            <a:r>
              <a:rPr lang="en-US" dirty="0"/>
              <a:t>count = 0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word, value = </a:t>
            </a:r>
            <a:r>
              <a:rPr lang="en-US" dirty="0" err="1"/>
              <a:t>line.strip</a:t>
            </a:r>
            <a:r>
              <a:rPr lang="en-US" dirty="0"/>
              <a:t>().split('\t', 1)</a:t>
            </a:r>
          </a:p>
          <a:p>
            <a:r>
              <a:rPr lang="en-US" dirty="0"/>
              <a:t>    value = int(value)</a:t>
            </a:r>
          </a:p>
          <a:p>
            <a:r>
              <a:rPr lang="en-US" dirty="0"/>
              <a:t>    if </a:t>
            </a:r>
            <a:r>
              <a:rPr lang="en-US" dirty="0" err="1"/>
              <a:t>current_word</a:t>
            </a:r>
            <a:r>
              <a:rPr lang="en-US" dirty="0"/>
              <a:t> == word:</a:t>
            </a:r>
          </a:p>
          <a:p>
            <a:r>
              <a:rPr lang="en-US" dirty="0"/>
              <a:t>        count += value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if </a:t>
            </a:r>
            <a:r>
              <a:rPr lang="en-US" dirty="0" err="1"/>
              <a:t>current_word</a:t>
            </a:r>
            <a:r>
              <a:rPr lang="en-US" dirty="0"/>
              <a:t>:</a:t>
            </a:r>
          </a:p>
          <a:p>
            <a:r>
              <a:rPr lang="en-US" dirty="0"/>
              <a:t>            print(f"{</a:t>
            </a:r>
            <a:r>
              <a:rPr lang="en-US" dirty="0" err="1"/>
              <a:t>current_word</a:t>
            </a:r>
            <a:r>
              <a:rPr lang="en-US" dirty="0"/>
              <a:t>}\t{count}")</a:t>
            </a:r>
          </a:p>
          <a:p>
            <a:r>
              <a:rPr lang="en-US" dirty="0"/>
              <a:t>        </a:t>
            </a:r>
            <a:r>
              <a:rPr lang="en-US" dirty="0" err="1"/>
              <a:t>current_word</a:t>
            </a:r>
            <a:r>
              <a:rPr lang="en-US" dirty="0"/>
              <a:t> = word</a:t>
            </a:r>
          </a:p>
          <a:p>
            <a:r>
              <a:rPr lang="en-US" dirty="0"/>
              <a:t>        count = value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current_word</a:t>
            </a:r>
            <a:r>
              <a:rPr lang="en-US" dirty="0"/>
              <a:t>:</a:t>
            </a:r>
          </a:p>
          <a:p>
            <a:r>
              <a:rPr lang="en-US" dirty="0"/>
              <a:t>    print(f"{</a:t>
            </a:r>
            <a:r>
              <a:rPr lang="en-US" dirty="0" err="1"/>
              <a:t>current_word</a:t>
            </a:r>
            <a:r>
              <a:rPr lang="en-US" dirty="0"/>
              <a:t>}\t{count}")</a:t>
            </a:r>
          </a:p>
        </p:txBody>
      </p:sp>
    </p:spTree>
    <p:extLst>
      <p:ext uri="{BB962C8B-B14F-4D97-AF65-F5344CB8AC3E}">
        <p14:creationId xmlns:p14="http://schemas.microsoft.com/office/powerpoint/2010/main" val="2446397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725185-A253-48E7-AFF3-6C64C1722D90}"/>
              </a:ext>
            </a:extLst>
          </p:cNvPr>
          <p:cNvSpPr txBox="1"/>
          <p:nvPr/>
        </p:nvSpPr>
        <p:spPr>
          <a:xfrm>
            <a:off x="2264665" y="1020932"/>
            <a:ext cx="76626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7 – Try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Ubuntu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A17C6-A4B2-494D-A5DC-E7E5FD3C774D}"/>
              </a:ext>
            </a:extLst>
          </p:cNvPr>
          <p:cNvSpPr txBox="1"/>
          <p:nvPr/>
        </p:nvSpPr>
        <p:spPr>
          <a:xfrm>
            <a:off x="2081963" y="4636738"/>
            <a:ext cx="7123617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Test the word count </a:t>
            </a:r>
            <a:r>
              <a:rPr lang="en-US" altLang="zh-CN" sz="2800" dirty="0" err="1"/>
              <a:t>MapReducer</a:t>
            </a:r>
            <a:r>
              <a:rPr lang="en-US" altLang="zh-CN" sz="2800" dirty="0"/>
              <a:t> on a local file.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3E7C2-8F54-4553-89FA-9F9C3564B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17" y="2406249"/>
            <a:ext cx="4462463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56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1AA998-DC39-479D-80B8-CEED1E3BD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858" y="1524405"/>
            <a:ext cx="5319796" cy="4178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9EA0F4-DE44-47EB-907E-267BBE773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106" y="2954526"/>
            <a:ext cx="8271856" cy="3584471"/>
          </a:xfrm>
          <a:prstGeom prst="rect">
            <a:avLst/>
          </a:prstGeom>
        </p:spPr>
      </p:pic>
      <p:sp>
        <p:nvSpPr>
          <p:cNvPr id="10" name="文本框 1">
            <a:extLst>
              <a:ext uri="{FF2B5EF4-FFF2-40B4-BE49-F238E27FC236}">
                <a16:creationId xmlns:a16="http://schemas.microsoft.com/office/drawing/2014/main" id="{A371FBEF-2118-4ACA-A08F-72B224D05E6C}"/>
              </a:ext>
            </a:extLst>
          </p:cNvPr>
          <p:cNvSpPr txBox="1"/>
          <p:nvPr/>
        </p:nvSpPr>
        <p:spPr>
          <a:xfrm>
            <a:off x="256991" y="671313"/>
            <a:ext cx="5402455" cy="6718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chmod</a:t>
            </a:r>
            <a:r>
              <a:rPr lang="en-US" sz="2800" dirty="0"/>
              <a:t> +x mapper.py reducer.py</a:t>
            </a:r>
          </a:p>
        </p:txBody>
      </p:sp>
      <p:sp>
        <p:nvSpPr>
          <p:cNvPr id="4" name="Arrow: Bent 3">
            <a:extLst>
              <a:ext uri="{FF2B5EF4-FFF2-40B4-BE49-F238E27FC236}">
                <a16:creationId xmlns:a16="http://schemas.microsoft.com/office/drawing/2014/main" id="{48F3FC1B-7746-499D-8C99-1456159BD703}"/>
              </a:ext>
            </a:extLst>
          </p:cNvPr>
          <p:cNvSpPr/>
          <p:nvPr/>
        </p:nvSpPr>
        <p:spPr>
          <a:xfrm rot="10800000" flipH="1">
            <a:off x="947650" y="1679171"/>
            <a:ext cx="689957" cy="671850"/>
          </a:xfrm>
          <a:prstGeom prst="bentArrow">
            <a:avLst>
              <a:gd name="adj1" fmla="val 25000"/>
              <a:gd name="adj2" fmla="val 29286"/>
              <a:gd name="adj3" fmla="val 50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FE350AE6-A32F-4289-AFC9-E5F409A17455}"/>
              </a:ext>
            </a:extLst>
          </p:cNvPr>
          <p:cNvSpPr/>
          <p:nvPr/>
        </p:nvSpPr>
        <p:spPr>
          <a:xfrm rot="10800000" flipH="1">
            <a:off x="3057523" y="3893127"/>
            <a:ext cx="689957" cy="671850"/>
          </a:xfrm>
          <a:prstGeom prst="bentArrow">
            <a:avLst>
              <a:gd name="adj1" fmla="val 25000"/>
              <a:gd name="adj2" fmla="val 29286"/>
              <a:gd name="adj3" fmla="val 50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396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081128" y="941033"/>
            <a:ext cx="80297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8 – Try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Hadoop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3121054" y="5916967"/>
            <a:ext cx="5089535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Upload the sample file to Hadoop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6B802-544C-4970-8328-8AAD71C33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39" y="2132690"/>
            <a:ext cx="4886787" cy="1937637"/>
          </a:xfrm>
          <a:prstGeom prst="rect">
            <a:avLst/>
          </a:prstGeom>
        </p:spPr>
      </p:pic>
      <p:sp>
        <p:nvSpPr>
          <p:cNvPr id="9" name="文本框 1">
            <a:extLst>
              <a:ext uri="{FF2B5EF4-FFF2-40B4-BE49-F238E27FC236}">
                <a16:creationId xmlns:a16="http://schemas.microsoft.com/office/drawing/2014/main" id="{8E33E0C7-E36F-4196-BDB5-C12447598566}"/>
              </a:ext>
            </a:extLst>
          </p:cNvPr>
          <p:cNvSpPr txBox="1"/>
          <p:nvPr/>
        </p:nvSpPr>
        <p:spPr>
          <a:xfrm>
            <a:off x="6167506" y="1800423"/>
            <a:ext cx="5402455" cy="26108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hdfs</a:t>
            </a:r>
            <a:r>
              <a:rPr lang="en-US" sz="2800" dirty="0"/>
              <a:t> </a:t>
            </a:r>
            <a:r>
              <a:rPr lang="en-US" sz="2800" dirty="0" err="1"/>
              <a:t>dfs</a:t>
            </a:r>
            <a:r>
              <a:rPr lang="en-US" sz="2800" dirty="0"/>
              <a:t> -</a:t>
            </a:r>
            <a:r>
              <a:rPr lang="en-US" sz="2800" dirty="0" err="1"/>
              <a:t>mkdir</a:t>
            </a:r>
            <a:r>
              <a:rPr lang="en-US" sz="2800" dirty="0"/>
              <a:t> /lab6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hdfs</a:t>
            </a:r>
            <a:r>
              <a:rPr lang="en-US" sz="2800" dirty="0"/>
              <a:t> </a:t>
            </a:r>
            <a:r>
              <a:rPr lang="en-US" sz="2800" dirty="0" err="1"/>
              <a:t>dfs</a:t>
            </a:r>
            <a:r>
              <a:rPr lang="en-US" sz="2800" dirty="0"/>
              <a:t> -</a:t>
            </a:r>
            <a:r>
              <a:rPr lang="en-US" sz="2800" dirty="0" err="1"/>
              <a:t>mkdir</a:t>
            </a:r>
            <a:r>
              <a:rPr lang="en-US" sz="2800" dirty="0"/>
              <a:t> /lab6/input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hdfs</a:t>
            </a:r>
            <a:r>
              <a:rPr lang="en-US" sz="2800" dirty="0"/>
              <a:t> </a:t>
            </a:r>
            <a:r>
              <a:rPr lang="en-US" sz="2800" dirty="0" err="1"/>
              <a:t>dfs</a:t>
            </a:r>
            <a:r>
              <a:rPr lang="en-US" sz="2800" dirty="0"/>
              <a:t> -put input.txt /lab6/input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hdfs</a:t>
            </a:r>
            <a:r>
              <a:rPr lang="en-US" sz="2800" dirty="0"/>
              <a:t> </a:t>
            </a:r>
            <a:r>
              <a:rPr lang="en-US" sz="2800" dirty="0" err="1"/>
              <a:t>dfs</a:t>
            </a:r>
            <a:r>
              <a:rPr lang="en-US" sz="2800" dirty="0"/>
              <a:t> -ls /lab6/input/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8E16B-1238-42FF-86CB-50E798A5B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4573942"/>
            <a:ext cx="116967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5283CA-8147-429A-8160-BE06B7E2AAAB}"/>
              </a:ext>
            </a:extLst>
          </p:cNvPr>
          <p:cNvSpPr txBox="1"/>
          <p:nvPr/>
        </p:nvSpPr>
        <p:spPr>
          <a:xfrm>
            <a:off x="6967915" y="1763358"/>
            <a:ext cx="467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Pay attention to the space between commands!</a:t>
            </a:r>
          </a:p>
        </p:txBody>
      </p:sp>
    </p:spTree>
    <p:extLst>
      <p:ext uri="{BB962C8B-B14F-4D97-AF65-F5344CB8AC3E}">
        <p14:creationId xmlns:p14="http://schemas.microsoft.com/office/powerpoint/2010/main" val="45725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081128" y="941033"/>
            <a:ext cx="80297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8 – Try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Hadoop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81963" y="5581041"/>
            <a:ext cx="8699818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Run the word count </a:t>
            </a:r>
            <a:r>
              <a:rPr lang="en-US" altLang="zh-CN" sz="2800" dirty="0" err="1"/>
              <a:t>MapReducer</a:t>
            </a:r>
            <a:r>
              <a:rPr lang="en-US" altLang="zh-CN" sz="2800" dirty="0"/>
              <a:t> in Hadoop via Streaming</a:t>
            </a:r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BD51C473-C004-4310-89A9-7817FC812202}"/>
              </a:ext>
            </a:extLst>
          </p:cNvPr>
          <p:cNvSpPr txBox="1"/>
          <p:nvPr/>
        </p:nvSpPr>
        <p:spPr>
          <a:xfrm>
            <a:off x="1055717" y="1896689"/>
            <a:ext cx="9800705" cy="37379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hadoop</a:t>
            </a:r>
            <a:r>
              <a:rPr lang="en-US" sz="2000" dirty="0"/>
              <a:t> jar $HADOOP_HOME/share/</a:t>
            </a:r>
            <a:r>
              <a:rPr lang="en-US" sz="2000" dirty="0" err="1"/>
              <a:t>hadoop</a:t>
            </a:r>
            <a:r>
              <a:rPr lang="en-US" sz="2000" dirty="0"/>
              <a:t>/tools/lib/hadoop-streaming-3.4.1.jar \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-input /lab6/input \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	-output /lab6/output \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	-mapper mapper.py \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	-reducer reducer.py \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	-file mapper.py \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	-file reducer.py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826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81963" y="5581041"/>
            <a:ext cx="8699818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Run the word count </a:t>
            </a:r>
            <a:r>
              <a:rPr lang="en-US" altLang="zh-CN" sz="2800" dirty="0" err="1"/>
              <a:t>MapReducer</a:t>
            </a:r>
            <a:r>
              <a:rPr lang="en-US" altLang="zh-CN" sz="2800" dirty="0"/>
              <a:t> in Hadoop via Streaming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520FA-B1C5-4156-8948-055B8CC72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49" y="1386789"/>
            <a:ext cx="7314508" cy="36507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561950-6F67-4F85-81C8-785593B6F8D9}"/>
              </a:ext>
            </a:extLst>
          </p:cNvPr>
          <p:cNvSpPr txBox="1"/>
          <p:nvPr/>
        </p:nvSpPr>
        <p:spPr>
          <a:xfrm>
            <a:off x="7007629" y="3694192"/>
            <a:ext cx="347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the file path in file explorer</a:t>
            </a:r>
          </a:p>
        </p:txBody>
      </p:sp>
    </p:spTree>
    <p:extLst>
      <p:ext uri="{BB962C8B-B14F-4D97-AF65-F5344CB8AC3E}">
        <p14:creationId xmlns:p14="http://schemas.microsoft.com/office/powerpoint/2010/main" val="1201803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81963" y="5581041"/>
            <a:ext cx="8699818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Run the word count </a:t>
            </a:r>
            <a:r>
              <a:rPr lang="en-US" altLang="zh-CN" sz="2800" dirty="0" err="1"/>
              <a:t>MapReducer</a:t>
            </a:r>
            <a:r>
              <a:rPr lang="en-US" altLang="zh-CN" sz="2800" dirty="0"/>
              <a:t> in Hadoop via Streaming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33285-5575-4BB9-8AAF-2A28B92CF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963" y="1305950"/>
            <a:ext cx="8077615" cy="11494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5F89F0-7887-4181-A43E-271518E9398D}"/>
              </a:ext>
            </a:extLst>
          </p:cNvPr>
          <p:cNvSpPr txBox="1"/>
          <p:nvPr/>
        </p:nvSpPr>
        <p:spPr>
          <a:xfrm>
            <a:off x="5806441" y="1305950"/>
            <a:ext cx="462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(Make sure the output path doesn’t exist)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B3F35A-F3EA-4FF6-86A1-86B9AC32D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963" y="2591655"/>
            <a:ext cx="8077615" cy="309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61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81963" y="5581041"/>
            <a:ext cx="8699818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Run the word count </a:t>
            </a:r>
            <a:r>
              <a:rPr lang="en-US" altLang="zh-CN" sz="2800" dirty="0" err="1"/>
              <a:t>MapReducer</a:t>
            </a:r>
            <a:r>
              <a:rPr lang="en-US" altLang="zh-CN" sz="2800" dirty="0"/>
              <a:t> in Hadoop via Streaming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07D43-13F8-45DB-9610-B7B8937CB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58" y="1406421"/>
            <a:ext cx="8045863" cy="40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586603" y="941033"/>
            <a:ext cx="90188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9 – Try More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Hadoop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64484" y="1732248"/>
            <a:ext cx="8742062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We have tried the word count function with </a:t>
            </a:r>
            <a:r>
              <a:rPr lang="en-US" altLang="zh-CN" sz="2800" dirty="0" err="1"/>
              <a:t>MapReducer</a:t>
            </a:r>
            <a:r>
              <a:rPr lang="en-US" altLang="zh-CN" sz="2800" dirty="0"/>
              <a:t> in Python, you can try the following advanced practice if still have time: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Average by Key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Max per Category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IP Visit Count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Inverted Index</a:t>
            </a:r>
          </a:p>
        </p:txBody>
      </p:sp>
    </p:spTree>
    <p:extLst>
      <p:ext uri="{BB962C8B-B14F-4D97-AF65-F5344CB8AC3E}">
        <p14:creationId xmlns:p14="http://schemas.microsoft.com/office/powerpoint/2010/main" val="356046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81109" y="1989943"/>
            <a:ext cx="8742062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Average by Key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/>
              <a:t>Calculate the average score for each user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/>
              <a:t>Input case: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D84B3-607F-463F-AB62-DF08C34B4300}"/>
              </a:ext>
            </a:extLst>
          </p:cNvPr>
          <p:cNvSpPr txBox="1"/>
          <p:nvPr/>
        </p:nvSpPr>
        <p:spPr>
          <a:xfrm>
            <a:off x="4786053" y="3516310"/>
            <a:ext cx="6097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alice,80</a:t>
            </a:r>
          </a:p>
          <a:p>
            <a:r>
              <a:rPr lang="en-US" dirty="0"/>
              <a:t>bob,90</a:t>
            </a:r>
          </a:p>
          <a:p>
            <a:r>
              <a:rPr lang="en-US" dirty="0"/>
              <a:t>alice,70</a:t>
            </a:r>
          </a:p>
          <a:p>
            <a:r>
              <a:rPr lang="en-US" dirty="0"/>
              <a:t>bob,100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6B645F-FBE4-4B5F-A6C3-DE9332C17906}"/>
              </a:ext>
            </a:extLst>
          </p:cNvPr>
          <p:cNvSpPr txBox="1"/>
          <p:nvPr/>
        </p:nvSpPr>
        <p:spPr>
          <a:xfrm>
            <a:off x="7978140" y="3793308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alice</a:t>
            </a:r>
            <a:r>
              <a:rPr lang="en-US" dirty="0"/>
              <a:t>	75.00</a:t>
            </a:r>
          </a:p>
          <a:p>
            <a:r>
              <a:rPr lang="en-US" dirty="0"/>
              <a:t>bob	95.00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4AB501-2469-4A11-B9B6-A46E8A04A928}"/>
              </a:ext>
            </a:extLst>
          </p:cNvPr>
          <p:cNvSpPr/>
          <p:nvPr/>
        </p:nvSpPr>
        <p:spPr>
          <a:xfrm>
            <a:off x="6217920" y="4012381"/>
            <a:ext cx="980902" cy="310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7CD1F-5A79-46B5-9630-3C1F16E994A1}"/>
              </a:ext>
            </a:extLst>
          </p:cNvPr>
          <p:cNvSpPr txBox="1"/>
          <p:nvPr/>
        </p:nvSpPr>
        <p:spPr>
          <a:xfrm>
            <a:off x="1586603" y="941033"/>
            <a:ext cx="90188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9 – Try More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Hadoop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6876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8D930C-6ABD-40D3-A210-7435067360B0}"/>
              </a:ext>
            </a:extLst>
          </p:cNvPr>
          <p:cNvSpPr txBox="1"/>
          <p:nvPr/>
        </p:nvSpPr>
        <p:spPr>
          <a:xfrm>
            <a:off x="521624" y="548470"/>
            <a:ext cx="60973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user, score = </a:t>
            </a:r>
            <a:r>
              <a:rPr lang="en-US" dirty="0" err="1"/>
              <a:t>line.strip</a:t>
            </a:r>
            <a:r>
              <a:rPr lang="en-US" dirty="0"/>
              <a:t>().split(',')</a:t>
            </a:r>
          </a:p>
          <a:p>
            <a:r>
              <a:rPr lang="en-US" dirty="0"/>
              <a:t>    print(f"{user}\t{score}")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E7EB61-68C6-4F9C-A8F5-B94C23FD5CC1}"/>
              </a:ext>
            </a:extLst>
          </p:cNvPr>
          <p:cNvSpPr txBox="1"/>
          <p:nvPr/>
        </p:nvSpPr>
        <p:spPr>
          <a:xfrm>
            <a:off x="4993872" y="400220"/>
            <a:ext cx="60973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endParaRPr lang="en-US" dirty="0"/>
          </a:p>
          <a:p>
            <a:r>
              <a:rPr lang="en-US" dirty="0" err="1"/>
              <a:t>current_user</a:t>
            </a:r>
            <a:r>
              <a:rPr lang="en-US" dirty="0"/>
              <a:t> = None</a:t>
            </a:r>
          </a:p>
          <a:p>
            <a:r>
              <a:rPr lang="en-US" dirty="0"/>
              <a:t>total = 0</a:t>
            </a:r>
          </a:p>
          <a:p>
            <a:r>
              <a:rPr lang="en-US" dirty="0"/>
              <a:t>count = 0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user, score = </a:t>
            </a:r>
            <a:r>
              <a:rPr lang="en-US" dirty="0" err="1"/>
              <a:t>line.strip</a:t>
            </a:r>
            <a:r>
              <a:rPr lang="en-US" dirty="0"/>
              <a:t>().split('\t')</a:t>
            </a:r>
          </a:p>
          <a:p>
            <a:r>
              <a:rPr lang="en-US" dirty="0"/>
              <a:t>    score = float(score)</a:t>
            </a:r>
          </a:p>
          <a:p>
            <a:r>
              <a:rPr lang="en-US" dirty="0"/>
              <a:t>    if user == </a:t>
            </a:r>
            <a:r>
              <a:rPr lang="en-US" dirty="0" err="1"/>
              <a:t>current_user</a:t>
            </a:r>
            <a:r>
              <a:rPr lang="en-US" dirty="0"/>
              <a:t>:</a:t>
            </a:r>
          </a:p>
          <a:p>
            <a:r>
              <a:rPr lang="en-US" dirty="0"/>
              <a:t>        total += score</a:t>
            </a:r>
          </a:p>
          <a:p>
            <a:r>
              <a:rPr lang="en-US" dirty="0"/>
              <a:t>        count += 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if </a:t>
            </a:r>
            <a:r>
              <a:rPr lang="en-US" dirty="0" err="1"/>
              <a:t>current_user</a:t>
            </a:r>
            <a:r>
              <a:rPr lang="en-US" dirty="0"/>
              <a:t>:</a:t>
            </a:r>
          </a:p>
          <a:p>
            <a:r>
              <a:rPr lang="en-US" dirty="0"/>
              <a:t>            print(f"{</a:t>
            </a:r>
            <a:r>
              <a:rPr lang="en-US" dirty="0" err="1"/>
              <a:t>current_user</a:t>
            </a:r>
            <a:r>
              <a:rPr lang="en-US" dirty="0"/>
              <a:t>}\t{total/count:.2f}")</a:t>
            </a:r>
          </a:p>
          <a:p>
            <a:r>
              <a:rPr lang="en-US" dirty="0"/>
              <a:t>        </a:t>
            </a:r>
            <a:r>
              <a:rPr lang="en-US" dirty="0" err="1"/>
              <a:t>current_user</a:t>
            </a:r>
            <a:r>
              <a:rPr lang="en-US" dirty="0"/>
              <a:t> = user</a:t>
            </a:r>
          </a:p>
          <a:p>
            <a:r>
              <a:rPr lang="en-US" dirty="0"/>
              <a:t>        total = score</a:t>
            </a:r>
          </a:p>
          <a:p>
            <a:r>
              <a:rPr lang="en-US" dirty="0"/>
              <a:t>        count = 1</a:t>
            </a:r>
          </a:p>
          <a:p>
            <a:r>
              <a:rPr lang="en-US" dirty="0"/>
              <a:t>if </a:t>
            </a:r>
            <a:r>
              <a:rPr lang="en-US" dirty="0" err="1"/>
              <a:t>current_user</a:t>
            </a:r>
            <a:r>
              <a:rPr lang="en-US" dirty="0"/>
              <a:t>:</a:t>
            </a:r>
          </a:p>
          <a:p>
            <a:r>
              <a:rPr lang="en-US" dirty="0"/>
              <a:t>    print(f"{</a:t>
            </a:r>
            <a:r>
              <a:rPr lang="en-US" dirty="0" err="1"/>
              <a:t>current_user</a:t>
            </a:r>
            <a:r>
              <a:rPr lang="en-US" dirty="0"/>
              <a:t>}\t{total/count:.2f}")</a:t>
            </a:r>
          </a:p>
        </p:txBody>
      </p:sp>
    </p:spTree>
    <p:extLst>
      <p:ext uri="{BB962C8B-B14F-4D97-AF65-F5344CB8AC3E}">
        <p14:creationId xmlns:p14="http://schemas.microsoft.com/office/powerpoint/2010/main" val="331151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81109" y="1989943"/>
            <a:ext cx="8742062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Max per Category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/>
              <a:t>Find the maximum price for each product category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/>
              <a:t>Input case: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D84B3-607F-463F-AB62-DF08C34B4300}"/>
              </a:ext>
            </a:extLst>
          </p:cNvPr>
          <p:cNvSpPr txBox="1"/>
          <p:nvPr/>
        </p:nvSpPr>
        <p:spPr>
          <a:xfrm>
            <a:off x="4786053" y="3516310"/>
            <a:ext cx="6097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book 20</a:t>
            </a:r>
          </a:p>
          <a:p>
            <a:r>
              <a:rPr lang="en-US" dirty="0"/>
              <a:t>book 15</a:t>
            </a:r>
          </a:p>
          <a:p>
            <a:r>
              <a:rPr lang="en-US" dirty="0"/>
              <a:t>pen 3</a:t>
            </a:r>
          </a:p>
          <a:p>
            <a:r>
              <a:rPr lang="en-US" dirty="0"/>
              <a:t>pen 5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7AC2BD3-0EAD-475F-A24B-B373A58BD4E3}"/>
              </a:ext>
            </a:extLst>
          </p:cNvPr>
          <p:cNvSpPr/>
          <p:nvPr/>
        </p:nvSpPr>
        <p:spPr>
          <a:xfrm>
            <a:off x="6217920" y="4012381"/>
            <a:ext cx="980902" cy="310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10916-AD45-4AB4-9C52-7CD9879F209D}"/>
              </a:ext>
            </a:extLst>
          </p:cNvPr>
          <p:cNvSpPr txBox="1"/>
          <p:nvPr/>
        </p:nvSpPr>
        <p:spPr>
          <a:xfrm>
            <a:off x="7579130" y="3793308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book	20.0</a:t>
            </a:r>
          </a:p>
          <a:p>
            <a:r>
              <a:rPr lang="en-US" dirty="0"/>
              <a:t>pen	5.0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7DD8D-C8FF-498E-93A9-0540C8B29125}"/>
              </a:ext>
            </a:extLst>
          </p:cNvPr>
          <p:cNvSpPr txBox="1"/>
          <p:nvPr/>
        </p:nvSpPr>
        <p:spPr>
          <a:xfrm>
            <a:off x="1586603" y="941033"/>
            <a:ext cx="90188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9 – Try More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Hadoop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7122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C36B54-DFE2-4F7C-A322-91018B8008B0}"/>
              </a:ext>
            </a:extLst>
          </p:cNvPr>
          <p:cNvSpPr txBox="1"/>
          <p:nvPr/>
        </p:nvSpPr>
        <p:spPr>
          <a:xfrm>
            <a:off x="613063" y="880979"/>
            <a:ext cx="60973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category, price = </a:t>
            </a:r>
            <a:r>
              <a:rPr lang="en-US" dirty="0" err="1"/>
              <a:t>line.strip</a:t>
            </a:r>
            <a:r>
              <a:rPr lang="en-US" dirty="0"/>
              <a:t>().split()</a:t>
            </a:r>
          </a:p>
          <a:p>
            <a:r>
              <a:rPr lang="en-US" dirty="0"/>
              <a:t>    print(f"{category}\t{price}")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E8A67-D819-49AC-A513-31934D5F569B}"/>
              </a:ext>
            </a:extLst>
          </p:cNvPr>
          <p:cNvSpPr txBox="1"/>
          <p:nvPr/>
        </p:nvSpPr>
        <p:spPr>
          <a:xfrm>
            <a:off x="4885806" y="872496"/>
            <a:ext cx="60973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endParaRPr lang="en-US" dirty="0"/>
          </a:p>
          <a:p>
            <a:r>
              <a:rPr lang="en-US" dirty="0" err="1"/>
              <a:t>current_cat</a:t>
            </a:r>
            <a:r>
              <a:rPr lang="en-US" dirty="0"/>
              <a:t> = None</a:t>
            </a:r>
          </a:p>
          <a:p>
            <a:r>
              <a:rPr lang="en-US" dirty="0" err="1"/>
              <a:t>max_price</a:t>
            </a:r>
            <a:r>
              <a:rPr lang="en-US" dirty="0"/>
              <a:t> = float('-inf')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cat, price = </a:t>
            </a:r>
            <a:r>
              <a:rPr lang="en-US" dirty="0" err="1"/>
              <a:t>line.strip</a:t>
            </a:r>
            <a:r>
              <a:rPr lang="en-US" dirty="0"/>
              <a:t>().split('\t')</a:t>
            </a:r>
          </a:p>
          <a:p>
            <a:r>
              <a:rPr lang="en-US" dirty="0"/>
              <a:t>    price = float(price)</a:t>
            </a:r>
          </a:p>
          <a:p>
            <a:r>
              <a:rPr lang="en-US" dirty="0"/>
              <a:t>    if cat == </a:t>
            </a:r>
            <a:r>
              <a:rPr lang="en-US" dirty="0" err="1"/>
              <a:t>current_cat</a:t>
            </a:r>
            <a:r>
              <a:rPr lang="en-US" dirty="0"/>
              <a:t>:</a:t>
            </a:r>
          </a:p>
          <a:p>
            <a:r>
              <a:rPr lang="en-US" dirty="0"/>
              <a:t>        </a:t>
            </a:r>
            <a:r>
              <a:rPr lang="en-US" dirty="0" err="1"/>
              <a:t>max_price</a:t>
            </a:r>
            <a:r>
              <a:rPr lang="en-US" dirty="0"/>
              <a:t> = max(</a:t>
            </a:r>
            <a:r>
              <a:rPr lang="en-US" dirty="0" err="1"/>
              <a:t>max_price</a:t>
            </a:r>
            <a:r>
              <a:rPr lang="en-US" dirty="0"/>
              <a:t>, price)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if </a:t>
            </a:r>
            <a:r>
              <a:rPr lang="en-US" dirty="0" err="1"/>
              <a:t>current_cat</a:t>
            </a:r>
            <a:r>
              <a:rPr lang="en-US" dirty="0"/>
              <a:t>:</a:t>
            </a:r>
          </a:p>
          <a:p>
            <a:r>
              <a:rPr lang="en-US" dirty="0"/>
              <a:t>            print(f"{</a:t>
            </a:r>
            <a:r>
              <a:rPr lang="en-US" dirty="0" err="1"/>
              <a:t>current_cat</a:t>
            </a:r>
            <a:r>
              <a:rPr lang="en-US" dirty="0"/>
              <a:t>}\t{</a:t>
            </a:r>
            <a:r>
              <a:rPr lang="en-US" dirty="0" err="1"/>
              <a:t>max_price</a:t>
            </a:r>
            <a:r>
              <a:rPr lang="en-US" dirty="0"/>
              <a:t>}")</a:t>
            </a:r>
          </a:p>
          <a:p>
            <a:r>
              <a:rPr lang="en-US" dirty="0"/>
              <a:t>        </a:t>
            </a:r>
            <a:r>
              <a:rPr lang="en-US" dirty="0" err="1"/>
              <a:t>current_cat</a:t>
            </a:r>
            <a:r>
              <a:rPr lang="en-US" dirty="0"/>
              <a:t> = cat</a:t>
            </a:r>
          </a:p>
          <a:p>
            <a:r>
              <a:rPr lang="en-US" dirty="0"/>
              <a:t>        </a:t>
            </a:r>
            <a:r>
              <a:rPr lang="en-US" dirty="0" err="1"/>
              <a:t>max_price</a:t>
            </a:r>
            <a:r>
              <a:rPr lang="en-US" dirty="0"/>
              <a:t> = price</a:t>
            </a:r>
          </a:p>
          <a:p>
            <a:r>
              <a:rPr lang="en-US" dirty="0"/>
              <a:t>if </a:t>
            </a:r>
            <a:r>
              <a:rPr lang="en-US" dirty="0" err="1"/>
              <a:t>current_cat</a:t>
            </a:r>
            <a:r>
              <a:rPr lang="en-US" dirty="0"/>
              <a:t>:</a:t>
            </a:r>
          </a:p>
          <a:p>
            <a:r>
              <a:rPr lang="en-US" dirty="0"/>
              <a:t>    print(f"{</a:t>
            </a:r>
            <a:r>
              <a:rPr lang="en-US" dirty="0" err="1"/>
              <a:t>current_cat</a:t>
            </a:r>
            <a:r>
              <a:rPr lang="en-US" dirty="0"/>
              <a:t>}\t{</a:t>
            </a:r>
            <a:r>
              <a:rPr lang="en-US" dirty="0" err="1"/>
              <a:t>max_price</a:t>
            </a:r>
            <a:r>
              <a:rPr lang="en-US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995561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81109" y="1989943"/>
            <a:ext cx="8742062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IP Visit Count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/>
              <a:t>Count the number of visits per IP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/>
              <a:t>Input case: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D84B3-607F-463F-AB62-DF08C34B4300}"/>
              </a:ext>
            </a:extLst>
          </p:cNvPr>
          <p:cNvSpPr txBox="1"/>
          <p:nvPr/>
        </p:nvSpPr>
        <p:spPr>
          <a:xfrm>
            <a:off x="4786053" y="3516310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192.168.0.1 - - [10/Oct/2025:13:55:36] "GET /index.html"</a:t>
            </a:r>
          </a:p>
          <a:p>
            <a:r>
              <a:rPr lang="en-US" dirty="0"/>
              <a:t>192.168.0.2 - - [10/Oct/2025:13:55:40] "GET /contact.html"</a:t>
            </a:r>
          </a:p>
          <a:p>
            <a:r>
              <a:rPr lang="en-US" dirty="0"/>
              <a:t>192.168.0.1 - - [10/Oct/2025:13:55:50] "GET /index.html"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5FB7019-D0B5-4CC7-81AB-8572FC2E5FB9}"/>
              </a:ext>
            </a:extLst>
          </p:cNvPr>
          <p:cNvSpPr/>
          <p:nvPr/>
        </p:nvSpPr>
        <p:spPr>
          <a:xfrm>
            <a:off x="3483033" y="5003365"/>
            <a:ext cx="980902" cy="310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E3102-9B87-4661-ABD9-58BEDC7A8505}"/>
              </a:ext>
            </a:extLst>
          </p:cNvPr>
          <p:cNvSpPr txBox="1"/>
          <p:nvPr/>
        </p:nvSpPr>
        <p:spPr>
          <a:xfrm>
            <a:off x="4725787" y="4835317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192.168.0.1	2</a:t>
            </a:r>
          </a:p>
          <a:p>
            <a:r>
              <a:rPr lang="en-US" dirty="0"/>
              <a:t>192.168.0.2	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31EFF-8D00-48E2-84C6-3930C1844C76}"/>
              </a:ext>
            </a:extLst>
          </p:cNvPr>
          <p:cNvSpPr txBox="1"/>
          <p:nvPr/>
        </p:nvSpPr>
        <p:spPr>
          <a:xfrm>
            <a:off x="1586603" y="941033"/>
            <a:ext cx="90188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9 – Try More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Hadoop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65552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8C050A-4FD8-4DB0-9D64-A0F2FB068AC1}"/>
              </a:ext>
            </a:extLst>
          </p:cNvPr>
          <p:cNvSpPr txBox="1"/>
          <p:nvPr/>
        </p:nvSpPr>
        <p:spPr>
          <a:xfrm>
            <a:off x="1103514" y="843677"/>
            <a:ext cx="60973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r>
              <a:rPr lang="en-US" dirty="0"/>
              <a:t>import re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match = </a:t>
            </a:r>
            <a:r>
              <a:rPr lang="en-US" dirty="0" err="1"/>
              <a:t>re.match</a:t>
            </a:r>
            <a:r>
              <a:rPr lang="en-US" dirty="0"/>
              <a:t>(r'^(\S+)', line)</a:t>
            </a:r>
          </a:p>
          <a:p>
            <a:r>
              <a:rPr lang="en-US" dirty="0"/>
              <a:t>    if match:</a:t>
            </a:r>
          </a:p>
          <a:p>
            <a:r>
              <a:rPr lang="en-US" dirty="0"/>
              <a:t>        </a:t>
            </a:r>
            <a:r>
              <a:rPr lang="en-US" dirty="0" err="1"/>
              <a:t>ip</a:t>
            </a:r>
            <a:r>
              <a:rPr lang="en-US" dirty="0"/>
              <a:t> = </a:t>
            </a:r>
            <a:r>
              <a:rPr lang="en-US" dirty="0" err="1"/>
              <a:t>match.group</a:t>
            </a:r>
            <a:r>
              <a:rPr lang="en-US" dirty="0"/>
              <a:t>(1)</a:t>
            </a:r>
          </a:p>
          <a:p>
            <a:r>
              <a:rPr lang="en-US" dirty="0"/>
              <a:t>        print(f"{</a:t>
            </a:r>
            <a:r>
              <a:rPr lang="en-US" dirty="0" err="1"/>
              <a:t>ip</a:t>
            </a:r>
            <a:r>
              <a:rPr lang="en-US" dirty="0"/>
              <a:t>}\t1")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7B43B-9B0D-4E84-BB34-1787D5909CB3}"/>
              </a:ext>
            </a:extLst>
          </p:cNvPr>
          <p:cNvSpPr txBox="1"/>
          <p:nvPr/>
        </p:nvSpPr>
        <p:spPr>
          <a:xfrm>
            <a:off x="4835930" y="806205"/>
            <a:ext cx="60973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endParaRPr lang="en-US" dirty="0"/>
          </a:p>
          <a:p>
            <a:r>
              <a:rPr lang="en-US" dirty="0" err="1"/>
              <a:t>current_ip</a:t>
            </a:r>
            <a:r>
              <a:rPr lang="en-US" dirty="0"/>
              <a:t> = None</a:t>
            </a:r>
          </a:p>
          <a:p>
            <a:r>
              <a:rPr lang="en-US" dirty="0"/>
              <a:t>count = 0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ip</a:t>
            </a:r>
            <a:r>
              <a:rPr lang="en-US" dirty="0"/>
              <a:t>, value = </a:t>
            </a:r>
            <a:r>
              <a:rPr lang="en-US" dirty="0" err="1"/>
              <a:t>line.strip</a:t>
            </a:r>
            <a:r>
              <a:rPr lang="en-US" dirty="0"/>
              <a:t>().split('\t')</a:t>
            </a:r>
          </a:p>
          <a:p>
            <a:r>
              <a:rPr lang="en-US" dirty="0"/>
              <a:t>    value = int(value)</a:t>
            </a:r>
          </a:p>
          <a:p>
            <a:r>
              <a:rPr lang="en-US" dirty="0"/>
              <a:t>    if </a:t>
            </a:r>
            <a:r>
              <a:rPr lang="en-US" dirty="0" err="1"/>
              <a:t>ip</a:t>
            </a:r>
            <a:r>
              <a:rPr lang="en-US" dirty="0"/>
              <a:t> == </a:t>
            </a:r>
            <a:r>
              <a:rPr lang="en-US" dirty="0" err="1"/>
              <a:t>current_ip</a:t>
            </a:r>
            <a:r>
              <a:rPr lang="en-US" dirty="0"/>
              <a:t>:</a:t>
            </a:r>
          </a:p>
          <a:p>
            <a:r>
              <a:rPr lang="en-US" dirty="0"/>
              <a:t>        count += value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if </a:t>
            </a:r>
            <a:r>
              <a:rPr lang="en-US" dirty="0" err="1"/>
              <a:t>current_ip</a:t>
            </a:r>
            <a:r>
              <a:rPr lang="en-US" dirty="0"/>
              <a:t>:</a:t>
            </a:r>
          </a:p>
          <a:p>
            <a:r>
              <a:rPr lang="en-US" dirty="0"/>
              <a:t>            print(f"{</a:t>
            </a:r>
            <a:r>
              <a:rPr lang="en-US" dirty="0" err="1"/>
              <a:t>current_ip</a:t>
            </a:r>
            <a:r>
              <a:rPr lang="en-US" dirty="0"/>
              <a:t>}\t{count}")</a:t>
            </a:r>
          </a:p>
          <a:p>
            <a:r>
              <a:rPr lang="en-US" dirty="0"/>
              <a:t>        </a:t>
            </a:r>
            <a:r>
              <a:rPr lang="en-US" dirty="0" err="1"/>
              <a:t>current_ip</a:t>
            </a:r>
            <a:r>
              <a:rPr lang="en-US" dirty="0"/>
              <a:t> = </a:t>
            </a:r>
            <a:r>
              <a:rPr lang="en-US" dirty="0" err="1"/>
              <a:t>ip</a:t>
            </a:r>
            <a:endParaRPr lang="en-US" dirty="0"/>
          </a:p>
          <a:p>
            <a:r>
              <a:rPr lang="en-US" dirty="0"/>
              <a:t>        count = value</a:t>
            </a:r>
          </a:p>
          <a:p>
            <a:r>
              <a:rPr lang="en-US" dirty="0"/>
              <a:t>if </a:t>
            </a:r>
            <a:r>
              <a:rPr lang="en-US" dirty="0" err="1"/>
              <a:t>current_ip</a:t>
            </a:r>
            <a:r>
              <a:rPr lang="en-US" dirty="0"/>
              <a:t>:</a:t>
            </a:r>
          </a:p>
          <a:p>
            <a:r>
              <a:rPr lang="en-US" dirty="0"/>
              <a:t>    print(f"{</a:t>
            </a:r>
            <a:r>
              <a:rPr lang="en-US" dirty="0" err="1"/>
              <a:t>current_ip</a:t>
            </a:r>
            <a:r>
              <a:rPr lang="en-US" dirty="0"/>
              <a:t>}\t{count}")</a:t>
            </a:r>
          </a:p>
        </p:txBody>
      </p:sp>
    </p:spTree>
    <p:extLst>
      <p:ext uri="{BB962C8B-B14F-4D97-AF65-F5344CB8AC3E}">
        <p14:creationId xmlns:p14="http://schemas.microsoft.com/office/powerpoint/2010/main" val="32393759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4FB149-4F3F-4C65-BC64-7882FE423CD5}"/>
              </a:ext>
            </a:extLst>
          </p:cNvPr>
          <p:cNvSpPr txBox="1"/>
          <p:nvPr/>
        </p:nvSpPr>
        <p:spPr>
          <a:xfrm>
            <a:off x="2081109" y="1989943"/>
            <a:ext cx="8742062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Inverted Index 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/>
              <a:t>Establish an index structure of "in which files the word appears“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en-US" altLang="zh-CN" sz="2800" dirty="0"/>
              <a:t>Input case: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D0C00-B50A-48CA-9EE9-1573EB903B78}"/>
              </a:ext>
            </a:extLst>
          </p:cNvPr>
          <p:cNvSpPr txBox="1"/>
          <p:nvPr/>
        </p:nvSpPr>
        <p:spPr>
          <a:xfrm>
            <a:off x="4794365" y="4139121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file1.txt: Hadoop is fast</a:t>
            </a:r>
          </a:p>
          <a:p>
            <a:r>
              <a:rPr lang="en-US" dirty="0"/>
              <a:t>file2.txt: Hadoop is scalable</a:t>
            </a:r>
          </a:p>
          <a:p>
            <a:r>
              <a:rPr lang="en-US" dirty="0"/>
              <a:t>file3.txt: Python is flexible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EB8B594-4255-4FF5-AFF8-5A4678B9A0EC}"/>
              </a:ext>
            </a:extLst>
          </p:cNvPr>
          <p:cNvSpPr/>
          <p:nvPr/>
        </p:nvSpPr>
        <p:spPr>
          <a:xfrm>
            <a:off x="7547957" y="4445667"/>
            <a:ext cx="980902" cy="310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42E77-3CFE-48BD-BC4B-E0479B19F3BF}"/>
              </a:ext>
            </a:extLst>
          </p:cNvPr>
          <p:cNvSpPr txBox="1"/>
          <p:nvPr/>
        </p:nvSpPr>
        <p:spPr>
          <a:xfrm>
            <a:off x="8618219" y="3723623"/>
            <a:ext cx="60973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Hadoop	file1.txt,file2.txt</a:t>
            </a:r>
          </a:p>
          <a:p>
            <a:r>
              <a:rPr lang="en-US" dirty="0"/>
              <a:t>Python	file3.txt</a:t>
            </a:r>
          </a:p>
          <a:p>
            <a:r>
              <a:rPr lang="en-US" dirty="0"/>
              <a:t>fast	file1.txt</a:t>
            </a:r>
          </a:p>
          <a:p>
            <a:r>
              <a:rPr lang="en-US" dirty="0"/>
              <a:t>flexible	file3.txt</a:t>
            </a:r>
          </a:p>
          <a:p>
            <a:r>
              <a:rPr lang="en-US" dirty="0"/>
              <a:t>is	file1.txt,file2.txt,file3.txt</a:t>
            </a:r>
          </a:p>
          <a:p>
            <a:r>
              <a:rPr lang="en-US" dirty="0"/>
              <a:t>scalable	file2.txt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2918B-5591-4651-9FCD-3887A97313DC}"/>
              </a:ext>
            </a:extLst>
          </p:cNvPr>
          <p:cNvSpPr txBox="1"/>
          <p:nvPr/>
        </p:nvSpPr>
        <p:spPr>
          <a:xfrm>
            <a:off x="1586603" y="941033"/>
            <a:ext cx="90188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9 – Try More </a:t>
            </a:r>
            <a:r>
              <a:rPr lang="en-US" altLang="zh-CN" sz="3600" b="1" dirty="0" err="1">
                <a:latin typeface="+mn-ea"/>
              </a:rPr>
              <a:t>MapReducer</a:t>
            </a:r>
            <a:r>
              <a:rPr lang="en-US" altLang="zh-CN" sz="3600" b="1" dirty="0">
                <a:latin typeface="+mn-ea"/>
              </a:rPr>
              <a:t> in Hadoop</a:t>
            </a:r>
          </a:p>
          <a:p>
            <a:pPr algn="ctr"/>
            <a:endParaRPr 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7629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4BDE0-FDE8-4EC9-8134-A1AD90AB6D3C}"/>
              </a:ext>
            </a:extLst>
          </p:cNvPr>
          <p:cNvSpPr txBox="1"/>
          <p:nvPr/>
        </p:nvSpPr>
        <p:spPr>
          <a:xfrm>
            <a:off x="471748" y="566678"/>
            <a:ext cx="60973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r>
              <a:rPr lang="en-US" dirty="0"/>
              <a:t>import </a:t>
            </a:r>
            <a:r>
              <a:rPr lang="en-US" dirty="0" err="1"/>
              <a:t>os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# Hadoop streaming automatically provides filename in the environment</a:t>
            </a:r>
          </a:p>
          <a:p>
            <a:r>
              <a:rPr lang="en-US" dirty="0"/>
              <a:t>    filename = </a:t>
            </a:r>
            <a:r>
              <a:rPr lang="en-US" dirty="0" err="1"/>
              <a:t>os.environ.get</a:t>
            </a:r>
            <a:r>
              <a:rPr lang="en-US" dirty="0"/>
              <a:t>('</a:t>
            </a:r>
            <a:r>
              <a:rPr lang="en-US" dirty="0" err="1"/>
              <a:t>map_input_file</a:t>
            </a:r>
            <a:r>
              <a:rPr lang="en-US" dirty="0"/>
              <a:t>', 'unknown')</a:t>
            </a:r>
          </a:p>
          <a:p>
            <a:r>
              <a:rPr lang="en-US" dirty="0"/>
              <a:t>    for word in </a:t>
            </a:r>
            <a:r>
              <a:rPr lang="en-US" dirty="0" err="1"/>
              <a:t>line.strip</a:t>
            </a:r>
            <a:r>
              <a:rPr lang="en-US" dirty="0"/>
              <a:t>().split():</a:t>
            </a:r>
          </a:p>
          <a:p>
            <a:r>
              <a:rPr lang="en-US" dirty="0"/>
              <a:t>        print(f"{word}\t{filename}")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7E491-83FD-40D4-AA72-41CA76E17157}"/>
              </a:ext>
            </a:extLst>
          </p:cNvPr>
          <p:cNvSpPr txBox="1"/>
          <p:nvPr/>
        </p:nvSpPr>
        <p:spPr>
          <a:xfrm>
            <a:off x="6398722" y="566678"/>
            <a:ext cx="60973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#!/usr/bin/env python3</a:t>
            </a:r>
          </a:p>
          <a:p>
            <a:r>
              <a:rPr lang="en-US" dirty="0"/>
              <a:t>import sys</a:t>
            </a:r>
          </a:p>
          <a:p>
            <a:endParaRPr lang="en-US" dirty="0"/>
          </a:p>
          <a:p>
            <a:r>
              <a:rPr lang="en-US" dirty="0" err="1"/>
              <a:t>current_word</a:t>
            </a:r>
            <a:r>
              <a:rPr lang="en-US" dirty="0"/>
              <a:t> = None</a:t>
            </a:r>
          </a:p>
          <a:p>
            <a:r>
              <a:rPr lang="en-US" dirty="0"/>
              <a:t>files = set()</a:t>
            </a:r>
          </a:p>
          <a:p>
            <a:endParaRPr lang="en-US" dirty="0"/>
          </a:p>
          <a:p>
            <a:r>
              <a:rPr lang="en-US" dirty="0"/>
              <a:t>for line in </a:t>
            </a:r>
            <a:r>
              <a:rPr lang="en-US" dirty="0" err="1"/>
              <a:t>sys.stdin</a:t>
            </a:r>
            <a:r>
              <a:rPr lang="en-US" dirty="0"/>
              <a:t>:</a:t>
            </a:r>
          </a:p>
          <a:p>
            <a:r>
              <a:rPr lang="en-US" dirty="0"/>
              <a:t>    word, filename = </a:t>
            </a:r>
            <a:r>
              <a:rPr lang="en-US" dirty="0" err="1"/>
              <a:t>line.strip</a:t>
            </a:r>
            <a:r>
              <a:rPr lang="en-US" dirty="0"/>
              <a:t>().split('\t')</a:t>
            </a:r>
          </a:p>
          <a:p>
            <a:r>
              <a:rPr lang="en-US" dirty="0"/>
              <a:t>    if word == </a:t>
            </a:r>
            <a:r>
              <a:rPr lang="en-US" dirty="0" err="1"/>
              <a:t>current_word</a:t>
            </a:r>
            <a:r>
              <a:rPr lang="en-US" dirty="0"/>
              <a:t>:</a:t>
            </a:r>
          </a:p>
          <a:p>
            <a:r>
              <a:rPr lang="en-US" dirty="0"/>
              <a:t>        </a:t>
            </a:r>
            <a:r>
              <a:rPr lang="en-US" dirty="0" err="1"/>
              <a:t>files.add</a:t>
            </a:r>
            <a:r>
              <a:rPr lang="en-US" dirty="0"/>
              <a:t>(filename)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if </a:t>
            </a:r>
            <a:r>
              <a:rPr lang="en-US" dirty="0" err="1"/>
              <a:t>current_word</a:t>
            </a:r>
            <a:r>
              <a:rPr lang="en-US" dirty="0"/>
              <a:t>:</a:t>
            </a:r>
          </a:p>
          <a:p>
            <a:r>
              <a:rPr lang="en-US" dirty="0"/>
              <a:t>            print(f"{</a:t>
            </a:r>
            <a:r>
              <a:rPr lang="en-US" dirty="0" err="1"/>
              <a:t>current_word</a:t>
            </a:r>
            <a:r>
              <a:rPr lang="en-US" dirty="0"/>
              <a:t>}\t{','.join(sorted(files))}")</a:t>
            </a:r>
          </a:p>
          <a:p>
            <a:r>
              <a:rPr lang="en-US" dirty="0"/>
              <a:t>        </a:t>
            </a:r>
            <a:r>
              <a:rPr lang="en-US" dirty="0" err="1"/>
              <a:t>current_word</a:t>
            </a:r>
            <a:r>
              <a:rPr lang="en-US" dirty="0"/>
              <a:t> = word</a:t>
            </a:r>
          </a:p>
          <a:p>
            <a:r>
              <a:rPr lang="en-US" dirty="0"/>
              <a:t>        files = {filename}</a:t>
            </a:r>
          </a:p>
          <a:p>
            <a:r>
              <a:rPr lang="en-US" dirty="0"/>
              <a:t>if </a:t>
            </a:r>
            <a:r>
              <a:rPr lang="en-US" dirty="0" err="1"/>
              <a:t>current_word</a:t>
            </a:r>
            <a:r>
              <a:rPr lang="en-US" dirty="0"/>
              <a:t>:</a:t>
            </a:r>
          </a:p>
          <a:p>
            <a:r>
              <a:rPr lang="en-US" dirty="0"/>
              <a:t>    print(f"{</a:t>
            </a:r>
            <a:r>
              <a:rPr lang="en-US" dirty="0" err="1"/>
              <a:t>current_word</a:t>
            </a:r>
            <a:r>
              <a:rPr lang="en-US" dirty="0"/>
              <a:t>}\t{','.join(sorted(files))}")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48C00-D88F-4112-A0D2-9530EFD5CF34}"/>
              </a:ext>
            </a:extLst>
          </p:cNvPr>
          <p:cNvSpPr txBox="1"/>
          <p:nvPr/>
        </p:nvSpPr>
        <p:spPr>
          <a:xfrm>
            <a:off x="180802" y="3612911"/>
            <a:ext cx="6893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filename = </a:t>
            </a:r>
            <a:r>
              <a:rPr lang="en-US" dirty="0" err="1">
                <a:solidFill>
                  <a:srgbClr val="FF0000"/>
                </a:solidFill>
              </a:rPr>
              <a:t>os.environ.get</a:t>
            </a:r>
            <a:r>
              <a:rPr lang="en-US" dirty="0">
                <a:solidFill>
                  <a:srgbClr val="FF0000"/>
                </a:solidFill>
              </a:rPr>
              <a:t>('</a:t>
            </a:r>
            <a:r>
              <a:rPr lang="en-US" dirty="0" err="1">
                <a:solidFill>
                  <a:srgbClr val="FF0000"/>
                </a:solidFill>
              </a:rPr>
              <a:t>mapreduce_map_input_file</a:t>
            </a:r>
            <a:r>
              <a:rPr lang="en-US" dirty="0">
                <a:solidFill>
                  <a:srgbClr val="FF0000"/>
                </a:solidFill>
              </a:rPr>
              <a:t>', 'unknown’)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                                                   (in Python&gt;=3.8)</a:t>
            </a:r>
          </a:p>
        </p:txBody>
      </p:sp>
    </p:spTree>
    <p:extLst>
      <p:ext uri="{BB962C8B-B14F-4D97-AF65-F5344CB8AC3E}">
        <p14:creationId xmlns:p14="http://schemas.microsoft.com/office/powerpoint/2010/main" val="1064877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938441" y="852684"/>
            <a:ext cx="5533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Common Errors and Fixes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59811" y="1683751"/>
            <a:ext cx="8732455" cy="3900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💥 </a:t>
            </a:r>
            <a:r>
              <a:rPr lang="en-US" altLang="zh-CN" sz="2800" dirty="0"/>
              <a:t>output path exist? → remove existing path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zh-CN" altLang="en-US" sz="2800" dirty="0"/>
              <a:t>🛑 </a:t>
            </a:r>
            <a:r>
              <a:rPr lang="en-US" altLang="zh-CN" sz="2800" dirty="0"/>
              <a:t>mapper.py: 1: import: not found? → set Python path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❓ Unexpected output? → Check Linux command and typo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B9536-149B-4220-B905-907121D61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2296956"/>
            <a:ext cx="9582150" cy="723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9F0EC3-CFDD-4203-BA62-CC345901A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00" y="3634061"/>
            <a:ext cx="3844983" cy="135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97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311303" y="1003177"/>
            <a:ext cx="5533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Common Errors and Fixes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62121" y="1923448"/>
            <a:ext cx="9261479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Normally, the problem is caused by missing any steps or wrong commands input.</a:t>
            </a:r>
          </a:p>
          <a:p>
            <a:pPr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Let me know if it still occurs after repeating all operations. </a:t>
            </a:r>
          </a:p>
        </p:txBody>
      </p:sp>
    </p:spTree>
    <p:extLst>
      <p:ext uri="{BB962C8B-B14F-4D97-AF65-F5344CB8AC3E}">
        <p14:creationId xmlns:p14="http://schemas.microsoft.com/office/powerpoint/2010/main" val="3601608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119376" y="798991"/>
            <a:ext cx="6042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Step 10 – Finish the Practice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71540" y="1587426"/>
            <a:ext cx="9515746" cy="1964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If you finished all practices, you can stop the Hadoop service by: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 1) stop-yarn.sh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 2) stop-dfs.sh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50792E-9042-4BCD-B577-3BB8D2BD5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216" y="3733803"/>
            <a:ext cx="3915810" cy="1174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2C0810-71C6-4013-9275-98D5B625B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648" y="3694042"/>
            <a:ext cx="4641638" cy="125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87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020288" y="594804"/>
            <a:ext cx="2169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latin typeface="+mn-ea"/>
              </a:rPr>
              <a:t>Summary</a:t>
            </a:r>
            <a:endParaRPr lang="en-US" sz="3600" b="1" dirty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22129" y="1565354"/>
            <a:ext cx="10662372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✅ You now have: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Virtualized Ubuntu system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Working Hadoop environment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Map Reduce test on Hadoop</a:t>
            </a:r>
          </a:p>
          <a:p>
            <a:pPr lvl="1">
              <a:lnSpc>
                <a:spcPct val="150000"/>
              </a:lnSpc>
            </a:pPr>
            <a:endParaRPr lang="en-US" altLang="zh-C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1983</Words>
  <Application>Microsoft Office PowerPoint</Application>
  <PresentationFormat>Widescreen</PresentationFormat>
  <Paragraphs>310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-apple-system</vt:lpstr>
      <vt:lpstr>等线</vt:lpstr>
      <vt:lpstr>Arial</vt:lpstr>
      <vt:lpstr>Calibri</vt:lpstr>
      <vt:lpstr>Calibri Light</vt:lpstr>
      <vt:lpstr>Office Theme</vt:lpstr>
      <vt:lpstr>1_Office Theme</vt:lpstr>
      <vt:lpstr>DTS207TC Week Lab W6</vt:lpstr>
      <vt:lpstr>PowerPoint Presentation</vt:lpstr>
      <vt:lpstr>W6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Wen-Chi Yang</dc:creator>
  <cp:lastModifiedBy>Hejia Qiu</cp:lastModifiedBy>
  <cp:revision>67</cp:revision>
  <dcterms:created xsi:type="dcterms:W3CDTF">2024-11-26T06:23:00Z</dcterms:created>
  <dcterms:modified xsi:type="dcterms:W3CDTF">2025-10-22T09:42:47Z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6D0901016902496396DD6EFA7D5FF376_12</vt:lpwstr>
  </property>
  <property fmtid="{D5CDD505-2E9C-101B-9397-08002B2CF9AE}" pid="3" name="KSOProductBuildVer">
    <vt:lpwstr>2052-12.1.0.20784</vt:lpwstr>
  </property>
</Properties>
</file>