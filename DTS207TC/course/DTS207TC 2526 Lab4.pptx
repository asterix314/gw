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57" r:id="rId4"/>
    <p:sldId id="258" r:id="rId5"/>
    <p:sldId id="259" r:id="rId6"/>
    <p:sldId id="260" r:id="rId7"/>
    <p:sldId id="267" r:id="rId8"/>
    <p:sldId id="269" r:id="rId9"/>
    <p:sldId id="290" r:id="rId10"/>
    <p:sldId id="291" r:id="rId11"/>
    <p:sldId id="261" r:id="rId12"/>
    <p:sldId id="268" r:id="rId13"/>
    <p:sldId id="270" r:id="rId14"/>
    <p:sldId id="292" r:id="rId15"/>
    <p:sldId id="294" r:id="rId16"/>
    <p:sldId id="275" r:id="rId17"/>
    <p:sldId id="282" r:id="rId18"/>
    <p:sldId id="271" r:id="rId19"/>
    <p:sldId id="272" r:id="rId20"/>
    <p:sldId id="273" r:id="rId21"/>
    <p:sldId id="283" r:id="rId22"/>
    <p:sldId id="274" r:id="rId23"/>
    <p:sldId id="284" r:id="rId24"/>
    <p:sldId id="280" r:id="rId25"/>
    <p:sldId id="281" r:id="rId26"/>
    <p:sldId id="289" r:id="rId27"/>
    <p:sldId id="286" r:id="rId28"/>
    <p:sldId id="285" r:id="rId29"/>
    <p:sldId id="287" r:id="rId30"/>
    <p:sldId id="296" r:id="rId31"/>
    <p:sldId id="295" r:id="rId32"/>
    <p:sldId id="288" r:id="rId33"/>
    <p:sldId id="265" r:id="rId34"/>
    <p:sldId id="266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jia Qiu" userId="11330c03-db52-4a21-b136-9dc8d2118c1f" providerId="ADAL" clId="{B040C2D4-75FA-493F-BD73-EF1BC3DE9BEE}"/>
    <pc:docChg chg="undo custSel addSld modSld sldOrd">
      <pc:chgData name="Hejia Qiu" userId="11330c03-db52-4a21-b136-9dc8d2118c1f" providerId="ADAL" clId="{B040C2D4-75FA-493F-BD73-EF1BC3DE9BEE}" dt="2024-11-18T06:49:00.555" v="71" actId="1076"/>
      <pc:docMkLst>
        <pc:docMk/>
      </pc:docMkLst>
      <pc:sldChg chg="modSp mod">
        <pc:chgData name="Hejia Qiu" userId="11330c03-db52-4a21-b136-9dc8d2118c1f" providerId="ADAL" clId="{B040C2D4-75FA-493F-BD73-EF1BC3DE9BEE}" dt="2024-11-18T06:45:36.013" v="0" actId="20577"/>
        <pc:sldMkLst>
          <pc:docMk/>
          <pc:sldMk cId="3070682998" sldId="258"/>
        </pc:sldMkLst>
        <pc:spChg chg="mod">
          <ac:chgData name="Hejia Qiu" userId="11330c03-db52-4a21-b136-9dc8d2118c1f" providerId="ADAL" clId="{B040C2D4-75FA-493F-BD73-EF1BC3DE9BEE}" dt="2024-11-18T06:45:36.013" v="0" actId="20577"/>
          <ac:spMkLst>
            <pc:docMk/>
            <pc:sldMk cId="3070682998" sldId="258"/>
            <ac:spMk id="2" creationId="{E8363506-435D-405D-AA50-7182FE5ED318}"/>
          </ac:spMkLst>
        </pc:spChg>
      </pc:sldChg>
      <pc:sldChg chg="modSp mod">
        <pc:chgData name="Hejia Qiu" userId="11330c03-db52-4a21-b136-9dc8d2118c1f" providerId="ADAL" clId="{B040C2D4-75FA-493F-BD73-EF1BC3DE9BEE}" dt="2024-11-18T06:46:46.225" v="7" actId="20577"/>
        <pc:sldMkLst>
          <pc:docMk/>
          <pc:sldMk cId="3208578526" sldId="259"/>
        </pc:sldMkLst>
        <pc:spChg chg="mod">
          <ac:chgData name="Hejia Qiu" userId="11330c03-db52-4a21-b136-9dc8d2118c1f" providerId="ADAL" clId="{B040C2D4-75FA-493F-BD73-EF1BC3DE9BEE}" dt="2024-11-18T06:46:46.225" v="7" actId="20577"/>
          <ac:spMkLst>
            <pc:docMk/>
            <pc:sldMk cId="3208578526" sldId="259"/>
            <ac:spMk id="2" creationId="{E8363506-435D-405D-AA50-7182FE5ED318}"/>
          </ac:spMkLst>
        </pc:spChg>
      </pc:sldChg>
      <pc:sldChg chg="modSp mod">
        <pc:chgData name="Hejia Qiu" userId="11330c03-db52-4a21-b136-9dc8d2118c1f" providerId="ADAL" clId="{B040C2D4-75FA-493F-BD73-EF1BC3DE9BEE}" dt="2024-11-18T06:46:03.168" v="6" actId="20577"/>
        <pc:sldMkLst>
          <pc:docMk/>
          <pc:sldMk cId="3466371568" sldId="260"/>
        </pc:sldMkLst>
        <pc:spChg chg="mod">
          <ac:chgData name="Hejia Qiu" userId="11330c03-db52-4a21-b136-9dc8d2118c1f" providerId="ADAL" clId="{B040C2D4-75FA-493F-BD73-EF1BC3DE9BEE}" dt="2024-11-18T06:46:03.168" v="6" actId="20577"/>
          <ac:spMkLst>
            <pc:docMk/>
            <pc:sldMk cId="3466371568" sldId="260"/>
            <ac:spMk id="2" creationId="{E8363506-435D-405D-AA50-7182FE5ED318}"/>
          </ac:spMkLst>
        </pc:spChg>
      </pc:sldChg>
      <pc:sldChg chg="addSp delSp modSp mod">
        <pc:chgData name="Hejia Qiu" userId="11330c03-db52-4a21-b136-9dc8d2118c1f" providerId="ADAL" clId="{B040C2D4-75FA-493F-BD73-EF1BC3DE9BEE}" dt="2024-11-18T06:49:00.555" v="71" actId="1076"/>
        <pc:sldMkLst>
          <pc:docMk/>
          <pc:sldMk cId="493327408" sldId="271"/>
        </pc:sldMkLst>
        <pc:spChg chg="del">
          <ac:chgData name="Hejia Qiu" userId="11330c03-db52-4a21-b136-9dc8d2118c1f" providerId="ADAL" clId="{B040C2D4-75FA-493F-BD73-EF1BC3DE9BEE}" dt="2024-11-18T06:47:47.594" v="61" actId="478"/>
          <ac:spMkLst>
            <pc:docMk/>
            <pc:sldMk cId="493327408" sldId="271"/>
            <ac:spMk id="2" creationId="{99568742-E4A9-8AF7-93E2-158F76F4F226}"/>
          </ac:spMkLst>
        </pc:spChg>
        <pc:spChg chg="mod">
          <ac:chgData name="Hejia Qiu" userId="11330c03-db52-4a21-b136-9dc8d2118c1f" providerId="ADAL" clId="{B040C2D4-75FA-493F-BD73-EF1BC3DE9BEE}" dt="2024-11-18T06:49:00.555" v="71" actId="1076"/>
          <ac:spMkLst>
            <pc:docMk/>
            <pc:sldMk cId="493327408" sldId="271"/>
            <ac:spMk id="3" creationId="{DF769209-FCEA-A3DC-376C-44A4F408DB97}"/>
          </ac:spMkLst>
        </pc:spChg>
        <pc:spChg chg="add del mod">
          <ac:chgData name="Hejia Qiu" userId="11330c03-db52-4a21-b136-9dc8d2118c1f" providerId="ADAL" clId="{B040C2D4-75FA-493F-BD73-EF1BC3DE9BEE}" dt="2024-11-18T06:48:04.782" v="63" actId="478"/>
          <ac:spMkLst>
            <pc:docMk/>
            <pc:sldMk cId="493327408" sldId="271"/>
            <ac:spMk id="12" creationId="{C9A152FA-6854-43FA-814B-26972E0E2673}"/>
          </ac:spMkLst>
        </pc:spChg>
        <pc:spChg chg="add mod">
          <ac:chgData name="Hejia Qiu" userId="11330c03-db52-4a21-b136-9dc8d2118c1f" providerId="ADAL" clId="{B040C2D4-75FA-493F-BD73-EF1BC3DE9BEE}" dt="2024-11-18T06:48:43.146" v="67"/>
          <ac:spMkLst>
            <pc:docMk/>
            <pc:sldMk cId="493327408" sldId="271"/>
            <ac:spMk id="13" creationId="{9911CA99-16D1-48F2-BB4A-B787729AE867}"/>
          </ac:spMkLst>
        </pc:spChg>
        <pc:picChg chg="mod">
          <ac:chgData name="Hejia Qiu" userId="11330c03-db52-4a21-b136-9dc8d2118c1f" providerId="ADAL" clId="{B040C2D4-75FA-493F-BD73-EF1BC3DE9BEE}" dt="2024-11-18T06:48:55.032" v="70" actId="1076"/>
          <ac:picMkLst>
            <pc:docMk/>
            <pc:sldMk cId="493327408" sldId="271"/>
            <ac:picMk id="5" creationId="{1E313C46-8FBB-54D2-2F3D-5EE99DD45ED4}"/>
          </ac:picMkLst>
        </pc:picChg>
      </pc:sldChg>
      <pc:sldChg chg="modSp add mod ord">
        <pc:chgData name="Hejia Qiu" userId="11330c03-db52-4a21-b136-9dc8d2118c1f" providerId="ADAL" clId="{B040C2D4-75FA-493F-BD73-EF1BC3DE9BEE}" dt="2024-11-18T06:48:39.878" v="66" actId="1076"/>
        <pc:sldMkLst>
          <pc:docMk/>
          <pc:sldMk cId="3187188858" sldId="275"/>
        </pc:sldMkLst>
        <pc:spChg chg="mod">
          <ac:chgData name="Hejia Qiu" userId="11330c03-db52-4a21-b136-9dc8d2118c1f" providerId="ADAL" clId="{B040C2D4-75FA-493F-BD73-EF1BC3DE9BEE}" dt="2024-11-18T06:48:39.878" v="66" actId="1076"/>
          <ac:spMkLst>
            <pc:docMk/>
            <pc:sldMk cId="3187188858" sldId="275"/>
            <ac:spMk id="2" creationId="{E8363506-435D-405D-AA50-7182FE5ED318}"/>
          </ac:spMkLst>
        </pc:spChg>
        <pc:spChg chg="mod">
          <ac:chgData name="Hejia Qiu" userId="11330c03-db52-4a21-b136-9dc8d2118c1f" providerId="ADAL" clId="{B040C2D4-75FA-493F-BD73-EF1BC3DE9BEE}" dt="2024-11-18T06:48:39.878" v="66" actId="1076"/>
          <ac:spMkLst>
            <pc:docMk/>
            <pc:sldMk cId="3187188858" sldId="275"/>
            <ac:spMk id="3" creationId="{D1757C09-984E-4639-AD9A-F70AED7CC054}"/>
          </ac:spMkLst>
        </pc:spChg>
      </pc:sldChg>
    </pc:docChg>
  </pc:docChgLst>
  <pc:docChgLst>
    <pc:chgData name="Hejia Qiu" userId="11330c03-db52-4a21-b136-9dc8d2118c1f" providerId="ADAL" clId="{2CAB1014-22E3-47BC-9D85-1196D0C8CA57}"/>
    <pc:docChg chg="modSld">
      <pc:chgData name="Hejia Qiu" userId="11330c03-db52-4a21-b136-9dc8d2118c1f" providerId="ADAL" clId="{2CAB1014-22E3-47BC-9D85-1196D0C8CA57}" dt="2025-09-01T08:56:57.582" v="0" actId="20577"/>
      <pc:docMkLst>
        <pc:docMk/>
      </pc:docMkLst>
      <pc:sldChg chg="modSp mod">
        <pc:chgData name="Hejia Qiu" userId="11330c03-db52-4a21-b136-9dc8d2118c1f" providerId="ADAL" clId="{2CAB1014-22E3-47BC-9D85-1196D0C8CA57}" dt="2025-09-01T08:56:57.582" v="0" actId="20577"/>
        <pc:sldMkLst>
          <pc:docMk/>
          <pc:sldMk cId="4090767364" sldId="256"/>
        </pc:sldMkLst>
        <pc:spChg chg="mod">
          <ac:chgData name="Hejia Qiu" userId="11330c03-db52-4a21-b136-9dc8d2118c1f" providerId="ADAL" clId="{2CAB1014-22E3-47BC-9D85-1196D0C8CA57}" dt="2025-09-01T08:56:57.582" v="0" actId="20577"/>
          <ac:spMkLst>
            <pc:docMk/>
            <pc:sldMk cId="4090767364" sldId="256"/>
            <ac:spMk id="2" creationId="{840A492D-B58B-4FA1-982B-A5B7DA6E255F}"/>
          </ac:spMkLst>
        </pc:spChg>
      </pc:sldChg>
    </pc:docChg>
  </pc:docChgLst>
  <pc:docChgLst>
    <pc:chgData name="Hejia Qiu" userId="11330c03-db52-4a21-b136-9dc8d2118c1f" providerId="ADAL" clId="{CA745657-C360-4229-B9B0-6BBEE395F711}"/>
    <pc:docChg chg="undo custSel addSld delSld modSld sldOrd">
      <pc:chgData name="Hejia Qiu" userId="11330c03-db52-4a21-b136-9dc8d2118c1f" providerId="ADAL" clId="{CA745657-C360-4229-B9B0-6BBEE395F711}" dt="2025-10-07T11:38:30.053" v="1016" actId="1076"/>
      <pc:docMkLst>
        <pc:docMk/>
      </pc:docMkLst>
      <pc:sldChg chg="modSp del mod">
        <pc:chgData name="Hejia Qiu" userId="11330c03-db52-4a21-b136-9dc8d2118c1f" providerId="ADAL" clId="{CA745657-C360-4229-B9B0-6BBEE395F711}" dt="2025-10-07T09:21:02.465" v="116" actId="47"/>
        <pc:sldMkLst>
          <pc:docMk/>
          <pc:sldMk cId="4090767364" sldId="256"/>
        </pc:sldMkLst>
        <pc:spChg chg="mod">
          <ac:chgData name="Hejia Qiu" userId="11330c03-db52-4a21-b136-9dc8d2118c1f" providerId="ADAL" clId="{CA745657-C360-4229-B9B0-6BBEE395F711}" dt="2025-10-07T09:17:50.818" v="16" actId="20577"/>
          <ac:spMkLst>
            <pc:docMk/>
            <pc:sldMk cId="4090767364" sldId="256"/>
            <ac:spMk id="2" creationId="{840A492D-B58B-4FA1-982B-A5B7DA6E255F}"/>
          </ac:spMkLst>
        </pc:spChg>
      </pc:sldChg>
      <pc:sldChg chg="modSp mod">
        <pc:chgData name="Hejia Qiu" userId="11330c03-db52-4a21-b136-9dc8d2118c1f" providerId="ADAL" clId="{CA745657-C360-4229-B9B0-6BBEE395F711}" dt="2025-10-07T09:18:10.574" v="17" actId="20577"/>
        <pc:sldMkLst>
          <pc:docMk/>
          <pc:sldMk cId="2230975165" sldId="257"/>
        </pc:sldMkLst>
        <pc:spChg chg="mod">
          <ac:chgData name="Hejia Qiu" userId="11330c03-db52-4a21-b136-9dc8d2118c1f" providerId="ADAL" clId="{CA745657-C360-4229-B9B0-6BBEE395F711}" dt="2025-10-07T09:18:10.574" v="17" actId="20577"/>
          <ac:spMkLst>
            <pc:docMk/>
            <pc:sldMk cId="2230975165" sldId="257"/>
            <ac:spMk id="2" creationId="{881D5F39-A8FF-4BD6-852B-0D81A8CA2075}"/>
          </ac:spMkLst>
        </pc:spChg>
      </pc:sldChg>
      <pc:sldChg chg="modSp mod">
        <pc:chgData name="Hejia Qiu" userId="11330c03-db52-4a21-b136-9dc8d2118c1f" providerId="ADAL" clId="{CA745657-C360-4229-B9B0-6BBEE395F711}" dt="2025-10-07T10:36:45.633" v="698" actId="20577"/>
        <pc:sldMkLst>
          <pc:docMk/>
          <pc:sldMk cId="3208578526" sldId="259"/>
        </pc:sldMkLst>
        <pc:spChg chg="mod">
          <ac:chgData name="Hejia Qiu" userId="11330c03-db52-4a21-b136-9dc8d2118c1f" providerId="ADAL" clId="{CA745657-C360-4229-B9B0-6BBEE395F711}" dt="2025-10-07T10:36:45.633" v="698" actId="20577"/>
          <ac:spMkLst>
            <pc:docMk/>
            <pc:sldMk cId="3208578526" sldId="259"/>
            <ac:spMk id="2" creationId="{E8363506-435D-405D-AA50-7182FE5ED318}"/>
          </ac:spMkLst>
        </pc:spChg>
      </pc:sldChg>
      <pc:sldChg chg="modSp mod">
        <pc:chgData name="Hejia Qiu" userId="11330c03-db52-4a21-b136-9dc8d2118c1f" providerId="ADAL" clId="{CA745657-C360-4229-B9B0-6BBEE395F711}" dt="2025-10-07T09:58:23.295" v="460" actId="20577"/>
        <pc:sldMkLst>
          <pc:docMk/>
          <pc:sldMk cId="3466371568" sldId="260"/>
        </pc:sldMkLst>
        <pc:spChg chg="mod">
          <ac:chgData name="Hejia Qiu" userId="11330c03-db52-4a21-b136-9dc8d2118c1f" providerId="ADAL" clId="{CA745657-C360-4229-B9B0-6BBEE395F711}" dt="2025-10-07T09:58:23.295" v="460" actId="20577"/>
          <ac:spMkLst>
            <pc:docMk/>
            <pc:sldMk cId="3466371568" sldId="260"/>
            <ac:spMk id="2" creationId="{E8363506-435D-405D-AA50-7182FE5ED318}"/>
          </ac:spMkLst>
        </pc:spChg>
      </pc:sldChg>
      <pc:sldChg chg="modSp mod">
        <pc:chgData name="Hejia Qiu" userId="11330c03-db52-4a21-b136-9dc8d2118c1f" providerId="ADAL" clId="{CA745657-C360-4229-B9B0-6BBEE395F711}" dt="2025-10-07T10:37:27.801" v="699" actId="20577"/>
        <pc:sldMkLst>
          <pc:docMk/>
          <pc:sldMk cId="1893553810" sldId="261"/>
        </pc:sldMkLst>
        <pc:spChg chg="mod">
          <ac:chgData name="Hejia Qiu" userId="11330c03-db52-4a21-b136-9dc8d2118c1f" providerId="ADAL" clId="{CA745657-C360-4229-B9B0-6BBEE395F711}" dt="2025-10-07T10:37:27.801" v="699" actId="20577"/>
          <ac:spMkLst>
            <pc:docMk/>
            <pc:sldMk cId="1893553810" sldId="261"/>
            <ac:spMk id="2" creationId="{E8363506-435D-405D-AA50-7182FE5ED318}"/>
          </ac:spMkLst>
        </pc:spChg>
      </pc:sldChg>
      <pc:sldChg chg="modSp mod">
        <pc:chgData name="Hejia Qiu" userId="11330c03-db52-4a21-b136-9dc8d2118c1f" providerId="ADAL" clId="{CA745657-C360-4229-B9B0-6BBEE395F711}" dt="2025-10-07T10:00:25.544" v="517" actId="20577"/>
        <pc:sldMkLst>
          <pc:docMk/>
          <pc:sldMk cId="47687932" sldId="265"/>
        </pc:sldMkLst>
        <pc:spChg chg="mod">
          <ac:chgData name="Hejia Qiu" userId="11330c03-db52-4a21-b136-9dc8d2118c1f" providerId="ADAL" clId="{CA745657-C360-4229-B9B0-6BBEE395F711}" dt="2025-10-07T10:00:25.544" v="517" actId="20577"/>
          <ac:spMkLst>
            <pc:docMk/>
            <pc:sldMk cId="47687932" sldId="265"/>
            <ac:spMk id="2" creationId="{60C34774-0F16-4F3E-93B3-9A20567629F7}"/>
          </ac:spMkLst>
        </pc:spChg>
      </pc:sldChg>
      <pc:sldChg chg="addSp delSp modSp mod">
        <pc:chgData name="Hejia Qiu" userId="11330c03-db52-4a21-b136-9dc8d2118c1f" providerId="ADAL" clId="{CA745657-C360-4229-B9B0-6BBEE395F711}" dt="2025-10-07T09:42:54.839" v="286" actId="1076"/>
        <pc:sldMkLst>
          <pc:docMk/>
          <pc:sldMk cId="4207969657" sldId="269"/>
        </pc:sldMkLst>
        <pc:spChg chg="add mod">
          <ac:chgData name="Hejia Qiu" userId="11330c03-db52-4a21-b136-9dc8d2118c1f" providerId="ADAL" clId="{CA745657-C360-4229-B9B0-6BBEE395F711}" dt="2025-10-07T09:42:54.839" v="286" actId="1076"/>
          <ac:spMkLst>
            <pc:docMk/>
            <pc:sldMk cId="4207969657" sldId="269"/>
            <ac:spMk id="4" creationId="{84F9725E-BEC4-441C-A686-50FCBA90D868}"/>
          </ac:spMkLst>
        </pc:spChg>
        <pc:picChg chg="add mod">
          <ac:chgData name="Hejia Qiu" userId="11330c03-db52-4a21-b136-9dc8d2118c1f" providerId="ADAL" clId="{CA745657-C360-4229-B9B0-6BBEE395F711}" dt="2025-10-07T09:42:51.389" v="285" actId="1076"/>
          <ac:picMkLst>
            <pc:docMk/>
            <pc:sldMk cId="4207969657" sldId="269"/>
            <ac:picMk id="3" creationId="{8344710A-0B14-40C1-B440-05AE2341A5DB}"/>
          </ac:picMkLst>
        </pc:picChg>
        <pc:picChg chg="del">
          <ac:chgData name="Hejia Qiu" userId="11330c03-db52-4a21-b136-9dc8d2118c1f" providerId="ADAL" clId="{CA745657-C360-4229-B9B0-6BBEE395F711}" dt="2025-10-07T09:41:42.947" v="221" actId="478"/>
          <ac:picMkLst>
            <pc:docMk/>
            <pc:sldMk cId="4207969657" sldId="269"/>
            <ac:picMk id="5" creationId="{52E9B80B-1804-4BCE-BCB6-95838F079E7C}"/>
          </ac:picMkLst>
        </pc:picChg>
      </pc:sldChg>
      <pc:sldChg chg="addSp delSp mod">
        <pc:chgData name="Hejia Qiu" userId="11330c03-db52-4a21-b136-9dc8d2118c1f" providerId="ADAL" clId="{CA745657-C360-4229-B9B0-6BBEE395F711}" dt="2025-10-07T09:44:11.493" v="288" actId="22"/>
        <pc:sldMkLst>
          <pc:docMk/>
          <pc:sldMk cId="521959905" sldId="270"/>
        </pc:sldMkLst>
        <pc:picChg chg="add">
          <ac:chgData name="Hejia Qiu" userId="11330c03-db52-4a21-b136-9dc8d2118c1f" providerId="ADAL" clId="{CA745657-C360-4229-B9B0-6BBEE395F711}" dt="2025-10-07T09:44:11.493" v="288" actId="22"/>
          <ac:picMkLst>
            <pc:docMk/>
            <pc:sldMk cId="521959905" sldId="270"/>
            <ac:picMk id="3" creationId="{58C787F5-B273-4B50-A575-D581812121F6}"/>
          </ac:picMkLst>
        </pc:picChg>
        <pc:picChg chg="del">
          <ac:chgData name="Hejia Qiu" userId="11330c03-db52-4a21-b136-9dc8d2118c1f" providerId="ADAL" clId="{CA745657-C360-4229-B9B0-6BBEE395F711}" dt="2025-10-07T09:44:00.560" v="287" actId="478"/>
          <ac:picMkLst>
            <pc:docMk/>
            <pc:sldMk cId="521959905" sldId="270"/>
            <ac:picMk id="5" creationId="{A9DD8BBC-A15E-4AE3-AC8B-2D34E186D342}"/>
          </ac:picMkLst>
        </pc:picChg>
      </pc:sldChg>
      <pc:sldChg chg="modSp mod">
        <pc:chgData name="Hejia Qiu" userId="11330c03-db52-4a21-b136-9dc8d2118c1f" providerId="ADAL" clId="{CA745657-C360-4229-B9B0-6BBEE395F711}" dt="2025-10-07T09:58:46.014" v="465" actId="20577"/>
        <pc:sldMkLst>
          <pc:docMk/>
          <pc:sldMk cId="493327408" sldId="271"/>
        </pc:sldMkLst>
        <pc:spChg chg="mod">
          <ac:chgData name="Hejia Qiu" userId="11330c03-db52-4a21-b136-9dc8d2118c1f" providerId="ADAL" clId="{CA745657-C360-4229-B9B0-6BBEE395F711}" dt="2025-10-07T09:58:46.014" v="465" actId="20577"/>
          <ac:spMkLst>
            <pc:docMk/>
            <pc:sldMk cId="493327408" sldId="271"/>
            <ac:spMk id="13" creationId="{9911CA99-16D1-48F2-BB4A-B787729AE867}"/>
          </ac:spMkLst>
        </pc:spChg>
      </pc:sldChg>
      <pc:sldChg chg="addSp delSp modSp mod">
        <pc:chgData name="Hejia Qiu" userId="11330c03-db52-4a21-b136-9dc8d2118c1f" providerId="ADAL" clId="{CA745657-C360-4229-B9B0-6BBEE395F711}" dt="2025-10-07T09:59:42.012" v="504" actId="1076"/>
        <pc:sldMkLst>
          <pc:docMk/>
          <pc:sldMk cId="3187188858" sldId="275"/>
        </pc:sldMkLst>
        <pc:spChg chg="mod">
          <ac:chgData name="Hejia Qiu" userId="11330c03-db52-4a21-b136-9dc8d2118c1f" providerId="ADAL" clId="{CA745657-C360-4229-B9B0-6BBEE395F711}" dt="2025-10-07T09:58:41.154" v="464" actId="20577"/>
          <ac:spMkLst>
            <pc:docMk/>
            <pc:sldMk cId="3187188858" sldId="275"/>
            <ac:spMk id="2" creationId="{E8363506-435D-405D-AA50-7182FE5ED318}"/>
          </ac:spMkLst>
        </pc:spChg>
        <pc:spChg chg="mod">
          <ac:chgData name="Hejia Qiu" userId="11330c03-db52-4a21-b136-9dc8d2118c1f" providerId="ADAL" clId="{CA745657-C360-4229-B9B0-6BBEE395F711}" dt="2025-10-07T09:59:16.341" v="499" actId="20577"/>
          <ac:spMkLst>
            <pc:docMk/>
            <pc:sldMk cId="3187188858" sldId="275"/>
            <ac:spMk id="3" creationId="{D1757C09-984E-4639-AD9A-F70AED7CC054}"/>
          </ac:spMkLst>
        </pc:spChg>
        <pc:picChg chg="add mod">
          <ac:chgData name="Hejia Qiu" userId="11330c03-db52-4a21-b136-9dc8d2118c1f" providerId="ADAL" clId="{CA745657-C360-4229-B9B0-6BBEE395F711}" dt="2025-10-07T09:59:42.012" v="504" actId="1076"/>
          <ac:picMkLst>
            <pc:docMk/>
            <pc:sldMk cId="3187188858" sldId="275"/>
            <ac:picMk id="5" creationId="{4A85D64E-EF10-4800-B7E2-CD6A74D2BEFF}"/>
          </ac:picMkLst>
        </pc:picChg>
        <pc:picChg chg="add del">
          <ac:chgData name="Hejia Qiu" userId="11330c03-db52-4a21-b136-9dc8d2118c1f" providerId="ADAL" clId="{CA745657-C360-4229-B9B0-6BBEE395F711}" dt="2025-10-07T09:59:38.204" v="503" actId="22"/>
          <ac:picMkLst>
            <pc:docMk/>
            <pc:sldMk cId="3187188858" sldId="275"/>
            <ac:picMk id="7" creationId="{49A34290-5645-4437-9C6A-AD17D3DA7CC8}"/>
          </ac:picMkLst>
        </pc:picChg>
      </pc:sldChg>
      <pc:sldChg chg="delSp modSp add del mod">
        <pc:chgData name="Hejia Qiu" userId="11330c03-db52-4a21-b136-9dc8d2118c1f" providerId="ADAL" clId="{CA745657-C360-4229-B9B0-6BBEE395F711}" dt="2025-10-07T09:21:28.046" v="118" actId="47"/>
        <pc:sldMkLst>
          <pc:docMk/>
          <pc:sldMk cId="2576975984" sldId="276"/>
        </pc:sldMkLst>
        <pc:spChg chg="del mod">
          <ac:chgData name="Hejia Qiu" userId="11330c03-db52-4a21-b136-9dc8d2118c1f" providerId="ADAL" clId="{CA745657-C360-4229-B9B0-6BBEE395F711}" dt="2025-10-07T09:18:22.368" v="20" actId="478"/>
          <ac:spMkLst>
            <pc:docMk/>
            <pc:sldMk cId="2576975984" sldId="276"/>
            <ac:spMk id="2" creationId="{840A492D-B58B-4FA1-982B-A5B7DA6E255F}"/>
          </ac:spMkLst>
        </pc:spChg>
        <pc:spChg chg="mod">
          <ac:chgData name="Hejia Qiu" userId="11330c03-db52-4a21-b136-9dc8d2118c1f" providerId="ADAL" clId="{CA745657-C360-4229-B9B0-6BBEE395F711}" dt="2025-10-07T09:20:08.469" v="105" actId="20577"/>
          <ac:spMkLst>
            <pc:docMk/>
            <pc:sldMk cId="2576975984" sldId="276"/>
            <ac:spMk id="3" creationId="{C84021D8-65CF-4934-8D6B-0829E387CC11}"/>
          </ac:spMkLst>
        </pc:spChg>
      </pc:sldChg>
      <pc:sldChg chg="modSp add mod">
        <pc:chgData name="Hejia Qiu" userId="11330c03-db52-4a21-b136-9dc8d2118c1f" providerId="ADAL" clId="{CA745657-C360-4229-B9B0-6BBEE395F711}" dt="2025-10-07T09:20:50.875" v="115" actId="20577"/>
        <pc:sldMkLst>
          <pc:docMk/>
          <pc:sldMk cId="3589992701" sldId="278"/>
        </pc:sldMkLst>
        <pc:spChg chg="mod">
          <ac:chgData name="Hejia Qiu" userId="11330c03-db52-4a21-b136-9dc8d2118c1f" providerId="ADAL" clId="{CA745657-C360-4229-B9B0-6BBEE395F711}" dt="2025-10-07T09:20:50.875" v="115" actId="20577"/>
          <ac:spMkLst>
            <pc:docMk/>
            <pc:sldMk cId="3589992701" sldId="278"/>
            <ac:spMk id="2" creationId="{0ADE4E62-524F-439C-9CE3-958594ED6425}"/>
          </ac:spMkLst>
        </pc:spChg>
      </pc:sldChg>
      <pc:sldChg chg="modSp add mod">
        <pc:chgData name="Hejia Qiu" userId="11330c03-db52-4a21-b136-9dc8d2118c1f" providerId="ADAL" clId="{CA745657-C360-4229-B9B0-6BBEE395F711}" dt="2025-10-07T09:23:56.828" v="220" actId="20577"/>
        <pc:sldMkLst>
          <pc:docMk/>
          <pc:sldMk cId="1960909022" sldId="279"/>
        </pc:sldMkLst>
        <pc:spChg chg="mod">
          <ac:chgData name="Hejia Qiu" userId="11330c03-db52-4a21-b136-9dc8d2118c1f" providerId="ADAL" clId="{CA745657-C360-4229-B9B0-6BBEE395F711}" dt="2025-10-07T09:23:56.828" v="220" actId="20577"/>
          <ac:spMkLst>
            <pc:docMk/>
            <pc:sldMk cId="1960909022" sldId="279"/>
            <ac:spMk id="3" creationId="{65FA8748-79D5-4A1F-99B4-8A5F4D8D4F25}"/>
          </ac:spMkLst>
        </pc:spChg>
      </pc:sldChg>
      <pc:sldChg chg="delSp modSp add mod">
        <pc:chgData name="Hejia Qiu" userId="11330c03-db52-4a21-b136-9dc8d2118c1f" providerId="ADAL" clId="{CA745657-C360-4229-B9B0-6BBEE395F711}" dt="2025-10-07T10:00:22.262" v="515" actId="20577"/>
        <pc:sldMkLst>
          <pc:docMk/>
          <pc:sldMk cId="1728099341" sldId="280"/>
        </pc:sldMkLst>
        <pc:spChg chg="mod">
          <ac:chgData name="Hejia Qiu" userId="11330c03-db52-4a21-b136-9dc8d2118c1f" providerId="ADAL" clId="{CA745657-C360-4229-B9B0-6BBEE395F711}" dt="2025-10-07T09:50:55.763" v="376" actId="20577"/>
          <ac:spMkLst>
            <pc:docMk/>
            <pc:sldMk cId="1728099341" sldId="280"/>
            <ac:spMk id="3" creationId="{DF769209-FCEA-A3DC-376C-44A4F408DB97}"/>
          </ac:spMkLst>
        </pc:spChg>
        <pc:spChg chg="del">
          <ac:chgData name="Hejia Qiu" userId="11330c03-db52-4a21-b136-9dc8d2118c1f" providerId="ADAL" clId="{CA745657-C360-4229-B9B0-6BBEE395F711}" dt="2025-10-07T09:49:47.536" v="292" actId="478"/>
          <ac:spMkLst>
            <pc:docMk/>
            <pc:sldMk cId="1728099341" sldId="280"/>
            <ac:spMk id="6" creationId="{6AC385D3-55FD-C9AE-B82B-3A5A4F0E8C87}"/>
          </ac:spMkLst>
        </pc:spChg>
        <pc:spChg chg="del">
          <ac:chgData name="Hejia Qiu" userId="11330c03-db52-4a21-b136-9dc8d2118c1f" providerId="ADAL" clId="{CA745657-C360-4229-B9B0-6BBEE395F711}" dt="2025-10-07T09:49:50.966" v="294" actId="478"/>
          <ac:spMkLst>
            <pc:docMk/>
            <pc:sldMk cId="1728099341" sldId="280"/>
            <ac:spMk id="7" creationId="{6501AC70-01CF-0C6A-E749-5728315BFCBA}"/>
          </ac:spMkLst>
        </pc:spChg>
        <pc:spChg chg="del">
          <ac:chgData name="Hejia Qiu" userId="11330c03-db52-4a21-b136-9dc8d2118c1f" providerId="ADAL" clId="{CA745657-C360-4229-B9B0-6BBEE395F711}" dt="2025-10-07T09:49:55.716" v="297" actId="478"/>
          <ac:spMkLst>
            <pc:docMk/>
            <pc:sldMk cId="1728099341" sldId="280"/>
            <ac:spMk id="8" creationId="{C04EA799-20A7-A775-FEB8-A7D2EF88CBA8}"/>
          </ac:spMkLst>
        </pc:spChg>
        <pc:spChg chg="del">
          <ac:chgData name="Hejia Qiu" userId="11330c03-db52-4a21-b136-9dc8d2118c1f" providerId="ADAL" clId="{CA745657-C360-4229-B9B0-6BBEE395F711}" dt="2025-10-07T09:49:54.174" v="295" actId="478"/>
          <ac:spMkLst>
            <pc:docMk/>
            <pc:sldMk cId="1728099341" sldId="280"/>
            <ac:spMk id="9" creationId="{C5034BFB-6E59-B95F-5979-874F9E794FC1}"/>
          </ac:spMkLst>
        </pc:spChg>
        <pc:spChg chg="del">
          <ac:chgData name="Hejia Qiu" userId="11330c03-db52-4a21-b136-9dc8d2118c1f" providerId="ADAL" clId="{CA745657-C360-4229-B9B0-6BBEE395F711}" dt="2025-10-07T09:49:49.964" v="293" actId="478"/>
          <ac:spMkLst>
            <pc:docMk/>
            <pc:sldMk cId="1728099341" sldId="280"/>
            <ac:spMk id="10" creationId="{CC5E87A8-08D6-5D48-34EC-6F8BB6A8D08D}"/>
          </ac:spMkLst>
        </pc:spChg>
        <pc:spChg chg="del">
          <ac:chgData name="Hejia Qiu" userId="11330c03-db52-4a21-b136-9dc8d2118c1f" providerId="ADAL" clId="{CA745657-C360-4229-B9B0-6BBEE395F711}" dt="2025-10-07T09:49:55.166" v="296" actId="478"/>
          <ac:spMkLst>
            <pc:docMk/>
            <pc:sldMk cId="1728099341" sldId="280"/>
            <ac:spMk id="11" creationId="{D4C7F295-A54F-D9A5-1F3F-C9969C4D0085}"/>
          </ac:spMkLst>
        </pc:spChg>
        <pc:spChg chg="mod">
          <ac:chgData name="Hejia Qiu" userId="11330c03-db52-4a21-b136-9dc8d2118c1f" providerId="ADAL" clId="{CA745657-C360-4229-B9B0-6BBEE395F711}" dt="2025-10-07T10:00:22.262" v="515" actId="20577"/>
          <ac:spMkLst>
            <pc:docMk/>
            <pc:sldMk cId="1728099341" sldId="280"/>
            <ac:spMk id="13" creationId="{9911CA99-16D1-48F2-BB4A-B787729AE867}"/>
          </ac:spMkLst>
        </pc:spChg>
        <pc:picChg chg="del">
          <ac:chgData name="Hejia Qiu" userId="11330c03-db52-4a21-b136-9dc8d2118c1f" providerId="ADAL" clId="{CA745657-C360-4229-B9B0-6BBEE395F711}" dt="2025-10-07T09:49:45.513" v="291" actId="478"/>
          <ac:picMkLst>
            <pc:docMk/>
            <pc:sldMk cId="1728099341" sldId="280"/>
            <ac:picMk id="5" creationId="{1E313C46-8FBB-54D2-2F3D-5EE99DD45ED4}"/>
          </ac:picMkLst>
        </pc:picChg>
      </pc:sldChg>
      <pc:sldChg chg="addSp delSp modSp add mod ord">
        <pc:chgData name="Hejia Qiu" userId="11330c03-db52-4a21-b136-9dc8d2118c1f" providerId="ADAL" clId="{CA745657-C360-4229-B9B0-6BBEE395F711}" dt="2025-10-07T11:00:17.579" v="862" actId="14100"/>
        <pc:sldMkLst>
          <pc:docMk/>
          <pc:sldMk cId="2830579830" sldId="281"/>
        </pc:sldMkLst>
        <pc:spChg chg="mod">
          <ac:chgData name="Hejia Qiu" userId="11330c03-db52-4a21-b136-9dc8d2118c1f" providerId="ADAL" clId="{CA745657-C360-4229-B9B0-6BBEE395F711}" dt="2025-10-07T11:00:17.579" v="862" actId="14100"/>
          <ac:spMkLst>
            <pc:docMk/>
            <pc:sldMk cId="2830579830" sldId="281"/>
            <ac:spMk id="2" creationId="{10D27B1D-439D-D40D-1FE5-F437E40E9072}"/>
          </ac:spMkLst>
        </pc:spChg>
        <pc:spChg chg="del">
          <ac:chgData name="Hejia Qiu" userId="11330c03-db52-4a21-b136-9dc8d2118c1f" providerId="ADAL" clId="{CA745657-C360-4229-B9B0-6BBEE395F711}" dt="2025-10-07T09:56:23.403" v="380" actId="478"/>
          <ac:spMkLst>
            <pc:docMk/>
            <pc:sldMk cId="2830579830" sldId="281"/>
            <ac:spMk id="3" creationId="{3BE9A929-E575-C2B9-A754-E35FAEF7917A}"/>
          </ac:spMkLst>
        </pc:spChg>
        <pc:spChg chg="add del">
          <ac:chgData name="Hejia Qiu" userId="11330c03-db52-4a21-b136-9dc8d2118c1f" providerId="ADAL" clId="{CA745657-C360-4229-B9B0-6BBEE395F711}" dt="2025-10-07T09:56:56.810" v="409"/>
          <ac:spMkLst>
            <pc:docMk/>
            <pc:sldMk cId="2830579830" sldId="281"/>
            <ac:spMk id="4" creationId="{4B5F9F9A-5FF0-400A-9CAD-77DF4B9C1203}"/>
          </ac:spMkLst>
        </pc:spChg>
        <pc:spChg chg="del">
          <ac:chgData name="Hejia Qiu" userId="11330c03-db52-4a21-b136-9dc8d2118c1f" providerId="ADAL" clId="{CA745657-C360-4229-B9B0-6BBEE395F711}" dt="2025-10-07T09:56:23.403" v="380" actId="478"/>
          <ac:spMkLst>
            <pc:docMk/>
            <pc:sldMk cId="2830579830" sldId="281"/>
            <ac:spMk id="7" creationId="{5C3D97FF-80F5-F4E3-1D94-FE20E9D3551A}"/>
          </ac:spMkLst>
        </pc:spChg>
        <pc:spChg chg="add mod">
          <ac:chgData name="Hejia Qiu" userId="11330c03-db52-4a21-b136-9dc8d2118c1f" providerId="ADAL" clId="{CA745657-C360-4229-B9B0-6BBEE395F711}" dt="2025-10-07T10:15:01.534" v="696" actId="1076"/>
          <ac:spMkLst>
            <pc:docMk/>
            <pc:sldMk cId="2830579830" sldId="281"/>
            <ac:spMk id="9" creationId="{7563D443-8D21-4906-BAAD-B254989A3CB0}"/>
          </ac:spMkLst>
        </pc:spChg>
        <pc:spChg chg="del">
          <ac:chgData name="Hejia Qiu" userId="11330c03-db52-4a21-b136-9dc8d2118c1f" providerId="ADAL" clId="{CA745657-C360-4229-B9B0-6BBEE395F711}" dt="2025-10-07T09:56:23.403" v="380" actId="478"/>
          <ac:spMkLst>
            <pc:docMk/>
            <pc:sldMk cId="2830579830" sldId="281"/>
            <ac:spMk id="10" creationId="{5C699790-4783-FBFE-A976-0462D6BF40A1}"/>
          </ac:spMkLst>
        </pc:spChg>
        <pc:spChg chg="del">
          <ac:chgData name="Hejia Qiu" userId="11330c03-db52-4a21-b136-9dc8d2118c1f" providerId="ADAL" clId="{CA745657-C360-4229-B9B0-6BBEE395F711}" dt="2025-10-07T09:56:23.403" v="380" actId="478"/>
          <ac:spMkLst>
            <pc:docMk/>
            <pc:sldMk cId="2830579830" sldId="281"/>
            <ac:spMk id="26" creationId="{36A1F221-2FD8-2275-5939-9B1E0EA676DE}"/>
          </ac:spMkLst>
        </pc:spChg>
        <pc:spChg chg="del mod">
          <ac:chgData name="Hejia Qiu" userId="11330c03-db52-4a21-b136-9dc8d2118c1f" providerId="ADAL" clId="{CA745657-C360-4229-B9B0-6BBEE395F711}" dt="2025-10-07T09:56:24.950" v="383"/>
          <ac:spMkLst>
            <pc:docMk/>
            <pc:sldMk cId="2830579830" sldId="281"/>
            <ac:spMk id="39" creationId="{6A4C9D01-E8A9-569A-9130-A953030CC989}"/>
          </ac:spMkLst>
        </pc:spChg>
        <pc:spChg chg="del">
          <ac:chgData name="Hejia Qiu" userId="11330c03-db52-4a21-b136-9dc8d2118c1f" providerId="ADAL" clId="{CA745657-C360-4229-B9B0-6BBEE395F711}" dt="2025-10-07T09:56:23.403" v="380" actId="478"/>
          <ac:spMkLst>
            <pc:docMk/>
            <pc:sldMk cId="2830579830" sldId="281"/>
            <ac:spMk id="40" creationId="{DC8A859A-F58F-EB3F-50E1-EE70F2E5DE77}"/>
          </ac:spMkLst>
        </pc:spChg>
        <pc:picChg chg="del">
          <ac:chgData name="Hejia Qiu" userId="11330c03-db52-4a21-b136-9dc8d2118c1f" providerId="ADAL" clId="{CA745657-C360-4229-B9B0-6BBEE395F711}" dt="2025-10-07T09:56:23.403" v="380" actId="478"/>
          <ac:picMkLst>
            <pc:docMk/>
            <pc:sldMk cId="2830579830" sldId="281"/>
            <ac:picMk id="5" creationId="{8F984E92-80F3-7E9D-7EC5-9151760B40EE}"/>
          </ac:picMkLst>
        </pc:picChg>
        <pc:picChg chg="add del mod">
          <ac:chgData name="Hejia Qiu" userId="11330c03-db52-4a21-b136-9dc8d2118c1f" providerId="ADAL" clId="{CA745657-C360-4229-B9B0-6BBEE395F711}" dt="2025-10-07T10:14:23.246" v="688" actId="478"/>
          <ac:picMkLst>
            <pc:docMk/>
            <pc:sldMk cId="2830579830" sldId="281"/>
            <ac:picMk id="8" creationId="{F2438886-29A5-4875-AA60-475B7494B933}"/>
          </ac:picMkLst>
        </pc:picChg>
        <pc:picChg chg="del">
          <ac:chgData name="Hejia Qiu" userId="11330c03-db52-4a21-b136-9dc8d2118c1f" providerId="ADAL" clId="{CA745657-C360-4229-B9B0-6BBEE395F711}" dt="2025-10-07T09:56:23.403" v="380" actId="478"/>
          <ac:picMkLst>
            <pc:docMk/>
            <pc:sldMk cId="2830579830" sldId="281"/>
            <ac:picMk id="13" creationId="{1ECAEE69-2EBE-1DBF-056D-6D7E6A6AC5AD}"/>
          </ac:picMkLst>
        </pc:picChg>
        <pc:picChg chg="del">
          <ac:chgData name="Hejia Qiu" userId="11330c03-db52-4a21-b136-9dc8d2118c1f" providerId="ADAL" clId="{CA745657-C360-4229-B9B0-6BBEE395F711}" dt="2025-10-07T09:56:23.403" v="380" actId="478"/>
          <ac:picMkLst>
            <pc:docMk/>
            <pc:sldMk cId="2830579830" sldId="281"/>
            <ac:picMk id="16" creationId="{A453189C-7607-C4A9-FAAE-CD3D779DFEE0}"/>
          </ac:picMkLst>
        </pc:picChg>
        <pc:picChg chg="del">
          <ac:chgData name="Hejia Qiu" userId="11330c03-db52-4a21-b136-9dc8d2118c1f" providerId="ADAL" clId="{CA745657-C360-4229-B9B0-6BBEE395F711}" dt="2025-10-07T09:56:23.403" v="380" actId="478"/>
          <ac:picMkLst>
            <pc:docMk/>
            <pc:sldMk cId="2830579830" sldId="281"/>
            <ac:picMk id="38" creationId="{15485AA7-9E18-C5A2-7C87-5089663788F5}"/>
          </ac:picMkLst>
        </pc:picChg>
      </pc:sldChg>
      <pc:sldChg chg="addSp delSp modSp add mod">
        <pc:chgData name="Hejia Qiu" userId="11330c03-db52-4a21-b136-9dc8d2118c1f" providerId="ADAL" clId="{CA745657-C360-4229-B9B0-6BBEE395F711}" dt="2025-10-07T09:59:58.211" v="511" actId="478"/>
        <pc:sldMkLst>
          <pc:docMk/>
          <pc:sldMk cId="1623125072" sldId="282"/>
        </pc:sldMkLst>
        <pc:spChg chg="del">
          <ac:chgData name="Hejia Qiu" userId="11330c03-db52-4a21-b136-9dc8d2118c1f" providerId="ADAL" clId="{CA745657-C360-4229-B9B0-6BBEE395F711}" dt="2025-10-07T09:59:52.731" v="508" actId="478"/>
          <ac:spMkLst>
            <pc:docMk/>
            <pc:sldMk cId="1623125072" sldId="282"/>
            <ac:spMk id="2" creationId="{E8363506-435D-405D-AA50-7182FE5ED318}"/>
          </ac:spMkLst>
        </pc:spChg>
        <pc:spChg chg="del mod">
          <ac:chgData name="Hejia Qiu" userId="11330c03-db52-4a21-b136-9dc8d2118c1f" providerId="ADAL" clId="{CA745657-C360-4229-B9B0-6BBEE395F711}" dt="2025-10-07T09:59:52.731" v="508" actId="478"/>
          <ac:spMkLst>
            <pc:docMk/>
            <pc:sldMk cId="1623125072" sldId="282"/>
            <ac:spMk id="3" creationId="{D1757C09-984E-4639-AD9A-F70AED7CC054}"/>
          </ac:spMkLst>
        </pc:spChg>
        <pc:spChg chg="add del mod">
          <ac:chgData name="Hejia Qiu" userId="11330c03-db52-4a21-b136-9dc8d2118c1f" providerId="ADAL" clId="{CA745657-C360-4229-B9B0-6BBEE395F711}" dt="2025-10-07T09:59:57.403" v="510" actId="478"/>
          <ac:spMkLst>
            <pc:docMk/>
            <pc:sldMk cId="1623125072" sldId="282"/>
            <ac:spMk id="6" creationId="{DD081E4D-F4CD-44C8-A99C-A0195F235442}"/>
          </ac:spMkLst>
        </pc:spChg>
        <pc:spChg chg="add del mod">
          <ac:chgData name="Hejia Qiu" userId="11330c03-db52-4a21-b136-9dc8d2118c1f" providerId="ADAL" clId="{CA745657-C360-4229-B9B0-6BBEE395F711}" dt="2025-10-07T09:59:58.211" v="511" actId="478"/>
          <ac:spMkLst>
            <pc:docMk/>
            <pc:sldMk cId="1623125072" sldId="282"/>
            <ac:spMk id="8" creationId="{A867A060-1C9B-4A76-A41F-DF13E0E2C557}"/>
          </ac:spMkLst>
        </pc:spChg>
        <pc:picChg chg="del">
          <ac:chgData name="Hejia Qiu" userId="11330c03-db52-4a21-b136-9dc8d2118c1f" providerId="ADAL" clId="{CA745657-C360-4229-B9B0-6BBEE395F711}" dt="2025-10-07T09:59:52.731" v="508" actId="478"/>
          <ac:picMkLst>
            <pc:docMk/>
            <pc:sldMk cId="1623125072" sldId="282"/>
            <ac:picMk id="5" creationId="{4A85D64E-EF10-4800-B7E2-CD6A74D2BEFF}"/>
          </ac:picMkLst>
        </pc:picChg>
        <pc:picChg chg="add">
          <ac:chgData name="Hejia Qiu" userId="11330c03-db52-4a21-b136-9dc8d2118c1f" providerId="ADAL" clId="{CA745657-C360-4229-B9B0-6BBEE395F711}" dt="2025-10-07T09:59:53.655" v="509" actId="22"/>
          <ac:picMkLst>
            <pc:docMk/>
            <pc:sldMk cId="1623125072" sldId="282"/>
            <ac:picMk id="10" creationId="{49DD7488-C663-4A55-B26B-4034D6426448}"/>
          </ac:picMkLst>
        </pc:picChg>
      </pc:sldChg>
      <pc:sldChg chg="addSp delSp modSp add mod">
        <pc:chgData name="Hejia Qiu" userId="11330c03-db52-4a21-b136-9dc8d2118c1f" providerId="ADAL" clId="{CA745657-C360-4229-B9B0-6BBEE395F711}" dt="2025-10-07T10:05:24.214" v="539" actId="1076"/>
        <pc:sldMkLst>
          <pc:docMk/>
          <pc:sldMk cId="3152566770" sldId="283"/>
        </pc:sldMkLst>
        <pc:spChg chg="del">
          <ac:chgData name="Hejia Qiu" userId="11330c03-db52-4a21-b136-9dc8d2118c1f" providerId="ADAL" clId="{CA745657-C360-4229-B9B0-6BBEE395F711}" dt="2025-10-07T10:03:53.810" v="520" actId="478"/>
          <ac:spMkLst>
            <pc:docMk/>
            <pc:sldMk cId="3152566770" sldId="283"/>
            <ac:spMk id="3" creationId="{3BE9A929-E575-C2B9-A754-E35FAEF7917A}"/>
          </ac:spMkLst>
        </pc:spChg>
        <pc:spChg chg="del">
          <ac:chgData name="Hejia Qiu" userId="11330c03-db52-4a21-b136-9dc8d2118c1f" providerId="ADAL" clId="{CA745657-C360-4229-B9B0-6BBEE395F711}" dt="2025-10-07T10:03:53.810" v="520" actId="478"/>
          <ac:spMkLst>
            <pc:docMk/>
            <pc:sldMk cId="3152566770" sldId="283"/>
            <ac:spMk id="7" creationId="{5C3D97FF-80F5-F4E3-1D94-FE20E9D3551A}"/>
          </ac:spMkLst>
        </pc:spChg>
        <pc:spChg chg="add mod">
          <ac:chgData name="Hejia Qiu" userId="11330c03-db52-4a21-b136-9dc8d2118c1f" providerId="ADAL" clId="{CA745657-C360-4229-B9B0-6BBEE395F711}" dt="2025-10-07T10:05:24.214" v="539" actId="1076"/>
          <ac:spMkLst>
            <pc:docMk/>
            <pc:sldMk cId="3152566770" sldId="283"/>
            <ac:spMk id="8" creationId="{D7A55445-8662-437A-A794-2C481E22C316}"/>
          </ac:spMkLst>
        </pc:spChg>
        <pc:spChg chg="del">
          <ac:chgData name="Hejia Qiu" userId="11330c03-db52-4a21-b136-9dc8d2118c1f" providerId="ADAL" clId="{CA745657-C360-4229-B9B0-6BBEE395F711}" dt="2025-10-07T10:03:53.810" v="520" actId="478"/>
          <ac:spMkLst>
            <pc:docMk/>
            <pc:sldMk cId="3152566770" sldId="283"/>
            <ac:spMk id="10" creationId="{5C699790-4783-FBFE-A976-0462D6BF40A1}"/>
          </ac:spMkLst>
        </pc:spChg>
        <pc:spChg chg="del">
          <ac:chgData name="Hejia Qiu" userId="11330c03-db52-4a21-b136-9dc8d2118c1f" providerId="ADAL" clId="{CA745657-C360-4229-B9B0-6BBEE395F711}" dt="2025-10-07T10:03:51.075" v="519" actId="478"/>
          <ac:spMkLst>
            <pc:docMk/>
            <pc:sldMk cId="3152566770" sldId="283"/>
            <ac:spMk id="26" creationId="{36A1F221-2FD8-2275-5939-9B1E0EA676DE}"/>
          </ac:spMkLst>
        </pc:spChg>
        <pc:spChg chg="del">
          <ac:chgData name="Hejia Qiu" userId="11330c03-db52-4a21-b136-9dc8d2118c1f" providerId="ADAL" clId="{CA745657-C360-4229-B9B0-6BBEE395F711}" dt="2025-10-07T10:03:53.810" v="520" actId="478"/>
          <ac:spMkLst>
            <pc:docMk/>
            <pc:sldMk cId="3152566770" sldId="283"/>
            <ac:spMk id="39" creationId="{6A4C9D01-E8A9-569A-9130-A953030CC989}"/>
          </ac:spMkLst>
        </pc:spChg>
        <pc:spChg chg="del">
          <ac:chgData name="Hejia Qiu" userId="11330c03-db52-4a21-b136-9dc8d2118c1f" providerId="ADAL" clId="{CA745657-C360-4229-B9B0-6BBEE395F711}" dt="2025-10-07T10:03:51.075" v="519" actId="478"/>
          <ac:spMkLst>
            <pc:docMk/>
            <pc:sldMk cId="3152566770" sldId="283"/>
            <ac:spMk id="40" creationId="{DC8A859A-F58F-EB3F-50E1-EE70F2E5DE77}"/>
          </ac:spMkLst>
        </pc:spChg>
        <pc:picChg chg="del">
          <ac:chgData name="Hejia Qiu" userId="11330c03-db52-4a21-b136-9dc8d2118c1f" providerId="ADAL" clId="{CA745657-C360-4229-B9B0-6BBEE395F711}" dt="2025-10-07T10:03:53.810" v="520" actId="478"/>
          <ac:picMkLst>
            <pc:docMk/>
            <pc:sldMk cId="3152566770" sldId="283"/>
            <ac:picMk id="5" creationId="{8F984E92-80F3-7E9D-7EC5-9151760B40EE}"/>
          </ac:picMkLst>
        </pc:picChg>
        <pc:picChg chg="add mod">
          <ac:chgData name="Hejia Qiu" userId="11330c03-db52-4a21-b136-9dc8d2118c1f" providerId="ADAL" clId="{CA745657-C360-4229-B9B0-6BBEE395F711}" dt="2025-10-07T10:05:17.997" v="537" actId="1076"/>
          <ac:picMkLst>
            <pc:docMk/>
            <pc:sldMk cId="3152566770" sldId="283"/>
            <ac:picMk id="6" creationId="{A3DFC03F-339B-443B-870C-9799FAFB0432}"/>
          </ac:picMkLst>
        </pc:picChg>
        <pc:picChg chg="del">
          <ac:chgData name="Hejia Qiu" userId="11330c03-db52-4a21-b136-9dc8d2118c1f" providerId="ADAL" clId="{CA745657-C360-4229-B9B0-6BBEE395F711}" dt="2025-10-07T10:03:53.810" v="520" actId="478"/>
          <ac:picMkLst>
            <pc:docMk/>
            <pc:sldMk cId="3152566770" sldId="283"/>
            <ac:picMk id="13" creationId="{1ECAEE69-2EBE-1DBF-056D-6D7E6A6AC5AD}"/>
          </ac:picMkLst>
        </pc:picChg>
        <pc:picChg chg="del">
          <ac:chgData name="Hejia Qiu" userId="11330c03-db52-4a21-b136-9dc8d2118c1f" providerId="ADAL" clId="{CA745657-C360-4229-B9B0-6BBEE395F711}" dt="2025-10-07T10:03:53.810" v="520" actId="478"/>
          <ac:picMkLst>
            <pc:docMk/>
            <pc:sldMk cId="3152566770" sldId="283"/>
            <ac:picMk id="16" creationId="{A453189C-7607-C4A9-FAAE-CD3D779DFEE0}"/>
          </ac:picMkLst>
        </pc:picChg>
        <pc:picChg chg="del">
          <ac:chgData name="Hejia Qiu" userId="11330c03-db52-4a21-b136-9dc8d2118c1f" providerId="ADAL" clId="{CA745657-C360-4229-B9B0-6BBEE395F711}" dt="2025-10-07T10:03:53.810" v="520" actId="478"/>
          <ac:picMkLst>
            <pc:docMk/>
            <pc:sldMk cId="3152566770" sldId="283"/>
            <ac:picMk id="38" creationId="{15485AA7-9E18-C5A2-7C87-5089663788F5}"/>
          </ac:picMkLst>
        </pc:picChg>
      </pc:sldChg>
      <pc:sldChg chg="addSp delSp modSp add mod">
        <pc:chgData name="Hejia Qiu" userId="11330c03-db52-4a21-b136-9dc8d2118c1f" providerId="ADAL" clId="{CA745657-C360-4229-B9B0-6BBEE395F711}" dt="2025-10-07T10:07:44.908" v="551" actId="1076"/>
        <pc:sldMkLst>
          <pc:docMk/>
          <pc:sldMk cId="878871317" sldId="284"/>
        </pc:sldMkLst>
        <pc:spChg chg="del">
          <ac:chgData name="Hejia Qiu" userId="11330c03-db52-4a21-b136-9dc8d2118c1f" providerId="ADAL" clId="{CA745657-C360-4229-B9B0-6BBEE395F711}" dt="2025-10-07T10:07:07.187" v="541" actId="478"/>
          <ac:spMkLst>
            <pc:docMk/>
            <pc:sldMk cId="878871317" sldId="284"/>
            <ac:spMk id="3" creationId="{24791B15-A1E4-186A-9FAD-A3004EF28E51}"/>
          </ac:spMkLst>
        </pc:spChg>
        <pc:spChg chg="del">
          <ac:chgData name="Hejia Qiu" userId="11330c03-db52-4a21-b136-9dc8d2118c1f" providerId="ADAL" clId="{CA745657-C360-4229-B9B0-6BBEE395F711}" dt="2025-10-07T10:07:07.187" v="541" actId="478"/>
          <ac:spMkLst>
            <pc:docMk/>
            <pc:sldMk cId="878871317" sldId="284"/>
            <ac:spMk id="10" creationId="{C828FF9F-7346-6F07-A970-0F6AF7EED391}"/>
          </ac:spMkLst>
        </pc:spChg>
        <pc:spChg chg="del">
          <ac:chgData name="Hejia Qiu" userId="11330c03-db52-4a21-b136-9dc8d2118c1f" providerId="ADAL" clId="{CA745657-C360-4229-B9B0-6BBEE395F711}" dt="2025-10-07T10:07:07.187" v="541" actId="478"/>
          <ac:spMkLst>
            <pc:docMk/>
            <pc:sldMk cId="878871317" sldId="284"/>
            <ac:spMk id="23" creationId="{9E721CFE-B8A8-A508-E0DF-973ED3F68C2D}"/>
          </ac:spMkLst>
        </pc:spChg>
        <pc:spChg chg="del">
          <ac:chgData name="Hejia Qiu" userId="11330c03-db52-4a21-b136-9dc8d2118c1f" providerId="ADAL" clId="{CA745657-C360-4229-B9B0-6BBEE395F711}" dt="2025-10-07T10:07:10.198" v="542" actId="478"/>
          <ac:spMkLst>
            <pc:docMk/>
            <pc:sldMk cId="878871317" sldId="284"/>
            <ac:spMk id="26" creationId="{CAEEFE2C-C874-09DA-E05B-A33A8E870E28}"/>
          </ac:spMkLst>
        </pc:spChg>
        <pc:spChg chg="del">
          <ac:chgData name="Hejia Qiu" userId="11330c03-db52-4a21-b136-9dc8d2118c1f" providerId="ADAL" clId="{CA745657-C360-4229-B9B0-6BBEE395F711}" dt="2025-10-07T10:07:07.187" v="541" actId="478"/>
          <ac:spMkLst>
            <pc:docMk/>
            <pc:sldMk cId="878871317" sldId="284"/>
            <ac:spMk id="39" creationId="{A07F6CD8-6F22-264C-EA66-823AEECB4B98}"/>
          </ac:spMkLst>
        </pc:spChg>
        <pc:spChg chg="del">
          <ac:chgData name="Hejia Qiu" userId="11330c03-db52-4a21-b136-9dc8d2118c1f" providerId="ADAL" clId="{CA745657-C360-4229-B9B0-6BBEE395F711}" dt="2025-10-07T10:07:07.187" v="541" actId="478"/>
          <ac:spMkLst>
            <pc:docMk/>
            <pc:sldMk cId="878871317" sldId="284"/>
            <ac:spMk id="40" creationId="{3408C9C6-EF31-7023-657D-2411027716FF}"/>
          </ac:spMkLst>
        </pc:spChg>
        <pc:picChg chg="del">
          <ac:chgData name="Hejia Qiu" userId="11330c03-db52-4a21-b136-9dc8d2118c1f" providerId="ADAL" clId="{CA745657-C360-4229-B9B0-6BBEE395F711}" dt="2025-10-07T10:07:07.187" v="541" actId="478"/>
          <ac:picMkLst>
            <pc:docMk/>
            <pc:sldMk cId="878871317" sldId="284"/>
            <ac:picMk id="5" creationId="{86C4FE49-20D0-8A40-1B50-40D65491F944}"/>
          </ac:picMkLst>
        </pc:picChg>
        <pc:picChg chg="add mod">
          <ac:chgData name="Hejia Qiu" userId="11330c03-db52-4a21-b136-9dc8d2118c1f" providerId="ADAL" clId="{CA745657-C360-4229-B9B0-6BBEE395F711}" dt="2025-10-07T10:07:44.908" v="551" actId="1076"/>
          <ac:picMkLst>
            <pc:docMk/>
            <pc:sldMk cId="878871317" sldId="284"/>
            <ac:picMk id="6" creationId="{87F57144-6264-4EAA-8C4C-A41029B98570}"/>
          </ac:picMkLst>
        </pc:picChg>
        <pc:picChg chg="add mod">
          <ac:chgData name="Hejia Qiu" userId="11330c03-db52-4a21-b136-9dc8d2118c1f" providerId="ADAL" clId="{CA745657-C360-4229-B9B0-6BBEE395F711}" dt="2025-10-07T10:07:43.887" v="550" actId="1076"/>
          <ac:picMkLst>
            <pc:docMk/>
            <pc:sldMk cId="878871317" sldId="284"/>
            <ac:picMk id="8" creationId="{E12AC5D6-BCDD-4A53-A1DA-0AB539251C5A}"/>
          </ac:picMkLst>
        </pc:picChg>
        <pc:picChg chg="del">
          <ac:chgData name="Hejia Qiu" userId="11330c03-db52-4a21-b136-9dc8d2118c1f" providerId="ADAL" clId="{CA745657-C360-4229-B9B0-6BBEE395F711}" dt="2025-10-07T10:07:07.187" v="541" actId="478"/>
          <ac:picMkLst>
            <pc:docMk/>
            <pc:sldMk cId="878871317" sldId="284"/>
            <ac:picMk id="18" creationId="{303D727C-8851-4AD7-00A7-57965BFB1A2E}"/>
          </ac:picMkLst>
        </pc:picChg>
        <pc:picChg chg="del">
          <ac:chgData name="Hejia Qiu" userId="11330c03-db52-4a21-b136-9dc8d2118c1f" providerId="ADAL" clId="{CA745657-C360-4229-B9B0-6BBEE395F711}" dt="2025-10-07T10:07:07.187" v="541" actId="478"/>
          <ac:picMkLst>
            <pc:docMk/>
            <pc:sldMk cId="878871317" sldId="284"/>
            <ac:picMk id="20" creationId="{402EE660-7C81-991E-7F1A-11DB0A7F97D8}"/>
          </ac:picMkLst>
        </pc:picChg>
        <pc:picChg chg="del">
          <ac:chgData name="Hejia Qiu" userId="11330c03-db52-4a21-b136-9dc8d2118c1f" providerId="ADAL" clId="{CA745657-C360-4229-B9B0-6BBEE395F711}" dt="2025-10-07T10:07:07.187" v="541" actId="478"/>
          <ac:picMkLst>
            <pc:docMk/>
            <pc:sldMk cId="878871317" sldId="284"/>
            <ac:picMk id="25" creationId="{01DDF922-1B61-0CD2-F433-51B8C72AB1FB}"/>
          </ac:picMkLst>
        </pc:picChg>
      </pc:sldChg>
      <pc:sldChg chg="addSp delSp modSp add mod">
        <pc:chgData name="Hejia Qiu" userId="11330c03-db52-4a21-b136-9dc8d2118c1f" providerId="ADAL" clId="{CA745657-C360-4229-B9B0-6BBEE395F711}" dt="2025-10-07T10:11:32.340" v="598" actId="1076"/>
        <pc:sldMkLst>
          <pc:docMk/>
          <pc:sldMk cId="1528373542" sldId="285"/>
        </pc:sldMkLst>
        <pc:spChg chg="mod">
          <ac:chgData name="Hejia Qiu" userId="11330c03-db52-4a21-b136-9dc8d2118c1f" providerId="ADAL" clId="{CA745657-C360-4229-B9B0-6BBEE395F711}" dt="2025-10-07T10:10:27.825" v="590" actId="20577"/>
          <ac:spMkLst>
            <pc:docMk/>
            <pc:sldMk cId="1528373542" sldId="285"/>
            <ac:spMk id="2" creationId="{10D27B1D-439D-D40D-1FE5-F437E40E9072}"/>
          </ac:spMkLst>
        </pc:spChg>
        <pc:picChg chg="add del">
          <ac:chgData name="Hejia Qiu" userId="11330c03-db52-4a21-b136-9dc8d2118c1f" providerId="ADAL" clId="{CA745657-C360-4229-B9B0-6BBEE395F711}" dt="2025-10-07T10:11:16.903" v="592" actId="22"/>
          <ac:picMkLst>
            <pc:docMk/>
            <pc:sldMk cId="1528373542" sldId="285"/>
            <ac:picMk id="4" creationId="{89CE4BA1-6CD0-46A9-B0D4-B81164F6892F}"/>
          </ac:picMkLst>
        </pc:picChg>
        <pc:picChg chg="add mod">
          <ac:chgData name="Hejia Qiu" userId="11330c03-db52-4a21-b136-9dc8d2118c1f" providerId="ADAL" clId="{CA745657-C360-4229-B9B0-6BBEE395F711}" dt="2025-10-07T10:11:32.340" v="598" actId="1076"/>
          <ac:picMkLst>
            <pc:docMk/>
            <pc:sldMk cId="1528373542" sldId="285"/>
            <ac:picMk id="6" creationId="{146DDA64-672E-4111-8895-DD8F5541B714}"/>
          </ac:picMkLst>
        </pc:picChg>
        <pc:picChg chg="del">
          <ac:chgData name="Hejia Qiu" userId="11330c03-db52-4a21-b136-9dc8d2118c1f" providerId="ADAL" clId="{CA745657-C360-4229-B9B0-6BBEE395F711}" dt="2025-10-07T10:10:06.981" v="553" actId="478"/>
          <ac:picMkLst>
            <pc:docMk/>
            <pc:sldMk cId="1528373542" sldId="285"/>
            <ac:picMk id="8" creationId="{F2438886-29A5-4875-AA60-475B7494B933}"/>
          </ac:picMkLst>
        </pc:picChg>
      </pc:sldChg>
      <pc:sldChg chg="modSp add mod ord">
        <pc:chgData name="Hejia Qiu" userId="11330c03-db52-4a21-b136-9dc8d2118c1f" providerId="ADAL" clId="{CA745657-C360-4229-B9B0-6BBEE395F711}" dt="2025-10-07T10:59:59.709" v="856" actId="20577"/>
        <pc:sldMkLst>
          <pc:docMk/>
          <pc:sldMk cId="2628004928" sldId="286"/>
        </pc:sldMkLst>
        <pc:spChg chg="mod">
          <ac:chgData name="Hejia Qiu" userId="11330c03-db52-4a21-b136-9dc8d2118c1f" providerId="ADAL" clId="{CA745657-C360-4229-B9B0-6BBEE395F711}" dt="2025-10-07T10:59:59.709" v="856" actId="20577"/>
          <ac:spMkLst>
            <pc:docMk/>
            <pc:sldMk cId="2628004928" sldId="286"/>
            <ac:spMk id="2" creationId="{10D27B1D-439D-D40D-1FE5-F437E40E9072}"/>
          </ac:spMkLst>
        </pc:spChg>
      </pc:sldChg>
      <pc:sldChg chg="delSp modSp add mod">
        <pc:chgData name="Hejia Qiu" userId="11330c03-db52-4a21-b136-9dc8d2118c1f" providerId="ADAL" clId="{CA745657-C360-4229-B9B0-6BBEE395F711}" dt="2025-10-07T11:38:03.990" v="1009" actId="20577"/>
        <pc:sldMkLst>
          <pc:docMk/>
          <pc:sldMk cId="1521902617" sldId="287"/>
        </pc:sldMkLst>
        <pc:spChg chg="mod">
          <ac:chgData name="Hejia Qiu" userId="11330c03-db52-4a21-b136-9dc8d2118c1f" providerId="ADAL" clId="{CA745657-C360-4229-B9B0-6BBEE395F711}" dt="2025-10-07T11:38:03.990" v="1009" actId="20577"/>
          <ac:spMkLst>
            <pc:docMk/>
            <pc:sldMk cId="1521902617" sldId="287"/>
            <ac:spMk id="2" creationId="{10D27B1D-439D-D40D-1FE5-F437E40E9072}"/>
          </ac:spMkLst>
        </pc:spChg>
        <pc:picChg chg="del">
          <ac:chgData name="Hejia Qiu" userId="11330c03-db52-4a21-b136-9dc8d2118c1f" providerId="ADAL" clId="{CA745657-C360-4229-B9B0-6BBEE395F711}" dt="2025-10-07T10:11:40.435" v="600" actId="478"/>
          <ac:picMkLst>
            <pc:docMk/>
            <pc:sldMk cId="1521902617" sldId="287"/>
            <ac:picMk id="6" creationId="{146DDA64-672E-4111-8895-DD8F5541B714}"/>
          </ac:picMkLst>
        </pc:picChg>
      </pc:sldChg>
      <pc:sldChg chg="modSp add mod">
        <pc:chgData name="Hejia Qiu" userId="11330c03-db52-4a21-b136-9dc8d2118c1f" providerId="ADAL" clId="{CA745657-C360-4229-B9B0-6BBEE395F711}" dt="2025-10-07T11:32:51.752" v="905" actId="20577"/>
        <pc:sldMkLst>
          <pc:docMk/>
          <pc:sldMk cId="671858368" sldId="288"/>
        </pc:sldMkLst>
        <pc:spChg chg="mod">
          <ac:chgData name="Hejia Qiu" userId="11330c03-db52-4a21-b136-9dc8d2118c1f" providerId="ADAL" clId="{CA745657-C360-4229-B9B0-6BBEE395F711}" dt="2025-10-07T11:32:51.752" v="905" actId="20577"/>
          <ac:spMkLst>
            <pc:docMk/>
            <pc:sldMk cId="671858368" sldId="288"/>
            <ac:spMk id="2" creationId="{10D27B1D-439D-D40D-1FE5-F437E40E9072}"/>
          </ac:spMkLst>
        </pc:spChg>
      </pc:sldChg>
      <pc:sldChg chg="modSp add mod">
        <pc:chgData name="Hejia Qiu" userId="11330c03-db52-4a21-b136-9dc8d2118c1f" providerId="ADAL" clId="{CA745657-C360-4229-B9B0-6BBEE395F711}" dt="2025-10-07T11:00:11.639" v="859" actId="14100"/>
        <pc:sldMkLst>
          <pc:docMk/>
          <pc:sldMk cId="2814381218" sldId="289"/>
        </pc:sldMkLst>
        <pc:spChg chg="mod">
          <ac:chgData name="Hejia Qiu" userId="11330c03-db52-4a21-b136-9dc8d2118c1f" providerId="ADAL" clId="{CA745657-C360-4229-B9B0-6BBEE395F711}" dt="2025-10-07T11:00:11.639" v="859" actId="14100"/>
          <ac:spMkLst>
            <pc:docMk/>
            <pc:sldMk cId="2814381218" sldId="289"/>
            <ac:spMk id="2" creationId="{10D27B1D-439D-D40D-1FE5-F437E40E9072}"/>
          </ac:spMkLst>
        </pc:spChg>
      </pc:sldChg>
      <pc:sldChg chg="modSp add mod ord">
        <pc:chgData name="Hejia Qiu" userId="11330c03-db52-4a21-b136-9dc8d2118c1f" providerId="ADAL" clId="{CA745657-C360-4229-B9B0-6BBEE395F711}" dt="2025-10-07T10:40:08.928" v="777" actId="20577"/>
        <pc:sldMkLst>
          <pc:docMk/>
          <pc:sldMk cId="1153005248" sldId="290"/>
        </pc:sldMkLst>
        <pc:spChg chg="mod">
          <ac:chgData name="Hejia Qiu" userId="11330c03-db52-4a21-b136-9dc8d2118c1f" providerId="ADAL" clId="{CA745657-C360-4229-B9B0-6BBEE395F711}" dt="2025-10-07T10:40:08.928" v="777" actId="20577"/>
          <ac:spMkLst>
            <pc:docMk/>
            <pc:sldMk cId="1153005248" sldId="290"/>
            <ac:spMk id="3" creationId="{D1757C09-984E-4639-AD9A-F70AED7CC054}"/>
          </ac:spMkLst>
        </pc:spChg>
      </pc:sldChg>
      <pc:sldChg chg="addSp delSp modSp add mod">
        <pc:chgData name="Hejia Qiu" userId="11330c03-db52-4a21-b136-9dc8d2118c1f" providerId="ADAL" clId="{CA745657-C360-4229-B9B0-6BBEE395F711}" dt="2025-10-07T10:50:04.700" v="792" actId="1076"/>
        <pc:sldMkLst>
          <pc:docMk/>
          <pc:sldMk cId="1971164575" sldId="291"/>
        </pc:sldMkLst>
        <pc:spChg chg="del mod">
          <ac:chgData name="Hejia Qiu" userId="11330c03-db52-4a21-b136-9dc8d2118c1f" providerId="ADAL" clId="{CA745657-C360-4229-B9B0-6BBEE395F711}" dt="2025-10-07T10:49:15.250" v="782" actId="478"/>
          <ac:spMkLst>
            <pc:docMk/>
            <pc:sldMk cId="1971164575" sldId="291"/>
            <ac:spMk id="2" creationId="{E8363506-435D-405D-AA50-7182FE5ED318}"/>
          </ac:spMkLst>
        </pc:spChg>
        <pc:spChg chg="del">
          <ac:chgData name="Hejia Qiu" userId="11330c03-db52-4a21-b136-9dc8d2118c1f" providerId="ADAL" clId="{CA745657-C360-4229-B9B0-6BBEE395F711}" dt="2025-10-07T10:49:11.603" v="779" actId="478"/>
          <ac:spMkLst>
            <pc:docMk/>
            <pc:sldMk cId="1971164575" sldId="291"/>
            <ac:spMk id="3" creationId="{D1757C09-984E-4639-AD9A-F70AED7CC054}"/>
          </ac:spMkLst>
        </pc:spChg>
        <pc:spChg chg="add del mod">
          <ac:chgData name="Hejia Qiu" userId="11330c03-db52-4a21-b136-9dc8d2118c1f" providerId="ADAL" clId="{CA745657-C360-4229-B9B0-6BBEE395F711}" dt="2025-10-07T10:49:19.170" v="784" actId="478"/>
          <ac:spMkLst>
            <pc:docMk/>
            <pc:sldMk cId="1971164575" sldId="291"/>
            <ac:spMk id="5" creationId="{505F6ED9-040B-46CE-8C65-DCC0136D3963}"/>
          </ac:spMkLst>
        </pc:spChg>
        <pc:spChg chg="add del mod">
          <ac:chgData name="Hejia Qiu" userId="11330c03-db52-4a21-b136-9dc8d2118c1f" providerId="ADAL" clId="{CA745657-C360-4229-B9B0-6BBEE395F711}" dt="2025-10-07T10:49:17.976" v="783" actId="478"/>
          <ac:spMkLst>
            <pc:docMk/>
            <pc:sldMk cId="1971164575" sldId="291"/>
            <ac:spMk id="7" creationId="{60E12633-48E8-4C6F-AB1F-6964ABBB08D7}"/>
          </ac:spMkLst>
        </pc:spChg>
        <pc:spChg chg="add mod">
          <ac:chgData name="Hejia Qiu" userId="11330c03-db52-4a21-b136-9dc8d2118c1f" providerId="ADAL" clId="{CA745657-C360-4229-B9B0-6BBEE395F711}" dt="2025-10-07T10:49:43.735" v="789" actId="14100"/>
          <ac:spMkLst>
            <pc:docMk/>
            <pc:sldMk cId="1971164575" sldId="291"/>
            <ac:spMk id="8" creationId="{CA47AF3D-74CF-45CA-81D1-643DD97D6409}"/>
          </ac:spMkLst>
        </pc:spChg>
        <pc:picChg chg="add mod">
          <ac:chgData name="Hejia Qiu" userId="11330c03-db52-4a21-b136-9dc8d2118c1f" providerId="ADAL" clId="{CA745657-C360-4229-B9B0-6BBEE395F711}" dt="2025-10-07T10:50:04.700" v="792" actId="1076"/>
          <ac:picMkLst>
            <pc:docMk/>
            <pc:sldMk cId="1971164575" sldId="291"/>
            <ac:picMk id="10" creationId="{FF2C2490-A328-48BE-B6FE-1C17C4122894}"/>
          </ac:picMkLst>
        </pc:picChg>
      </pc:sldChg>
      <pc:sldChg chg="modSp add mod ord">
        <pc:chgData name="Hejia Qiu" userId="11330c03-db52-4a21-b136-9dc8d2118c1f" providerId="ADAL" clId="{CA745657-C360-4229-B9B0-6BBEE395F711}" dt="2025-10-07T10:57:51.056" v="813" actId="20577"/>
        <pc:sldMkLst>
          <pc:docMk/>
          <pc:sldMk cId="1422671233" sldId="292"/>
        </pc:sldMkLst>
        <pc:spChg chg="mod">
          <ac:chgData name="Hejia Qiu" userId="11330c03-db52-4a21-b136-9dc8d2118c1f" providerId="ADAL" clId="{CA745657-C360-4229-B9B0-6BBEE395F711}" dt="2025-10-07T10:57:51.056" v="813" actId="20577"/>
          <ac:spMkLst>
            <pc:docMk/>
            <pc:sldMk cId="1422671233" sldId="292"/>
            <ac:spMk id="3" creationId="{D1757C09-984E-4639-AD9A-F70AED7CC054}"/>
          </ac:spMkLst>
        </pc:spChg>
      </pc:sldChg>
      <pc:sldChg chg="addSp delSp modSp add mod">
        <pc:chgData name="Hejia Qiu" userId="11330c03-db52-4a21-b136-9dc8d2118c1f" providerId="ADAL" clId="{CA745657-C360-4229-B9B0-6BBEE395F711}" dt="2025-10-07T10:59:04.045" v="830" actId="1076"/>
        <pc:sldMkLst>
          <pc:docMk/>
          <pc:sldMk cId="797344559" sldId="293"/>
        </pc:sldMkLst>
        <pc:spChg chg="del">
          <ac:chgData name="Hejia Qiu" userId="11330c03-db52-4a21-b136-9dc8d2118c1f" providerId="ADAL" clId="{CA745657-C360-4229-B9B0-6BBEE395F711}" dt="2025-10-07T10:58:17.716" v="815" actId="478"/>
          <ac:spMkLst>
            <pc:docMk/>
            <pc:sldMk cId="797344559" sldId="293"/>
            <ac:spMk id="2" creationId="{E8363506-435D-405D-AA50-7182FE5ED318}"/>
          </ac:spMkLst>
        </pc:spChg>
        <pc:spChg chg="del">
          <ac:chgData name="Hejia Qiu" userId="11330c03-db52-4a21-b136-9dc8d2118c1f" providerId="ADAL" clId="{CA745657-C360-4229-B9B0-6BBEE395F711}" dt="2025-10-07T10:58:21.217" v="816" actId="478"/>
          <ac:spMkLst>
            <pc:docMk/>
            <pc:sldMk cId="797344559" sldId="293"/>
            <ac:spMk id="3" creationId="{D1757C09-984E-4639-AD9A-F70AED7CC054}"/>
          </ac:spMkLst>
        </pc:spChg>
        <pc:spChg chg="add del mod">
          <ac:chgData name="Hejia Qiu" userId="11330c03-db52-4a21-b136-9dc8d2118c1f" providerId="ADAL" clId="{CA745657-C360-4229-B9B0-6BBEE395F711}" dt="2025-10-07T10:58:21.217" v="816" actId="478"/>
          <ac:spMkLst>
            <pc:docMk/>
            <pc:sldMk cId="797344559" sldId="293"/>
            <ac:spMk id="5" creationId="{55A47C52-F305-4033-BA17-2C71A13BF639}"/>
          </ac:spMkLst>
        </pc:spChg>
        <pc:spChg chg="add del mod">
          <ac:chgData name="Hejia Qiu" userId="11330c03-db52-4a21-b136-9dc8d2118c1f" providerId="ADAL" clId="{CA745657-C360-4229-B9B0-6BBEE395F711}" dt="2025-10-07T10:58:23.452" v="817" actId="478"/>
          <ac:spMkLst>
            <pc:docMk/>
            <pc:sldMk cId="797344559" sldId="293"/>
            <ac:spMk id="7" creationId="{017F9B4E-F2A1-40B0-941E-41FF3107D2A5}"/>
          </ac:spMkLst>
        </pc:spChg>
        <pc:spChg chg="add mod">
          <ac:chgData name="Hejia Qiu" userId="11330c03-db52-4a21-b136-9dc8d2118c1f" providerId="ADAL" clId="{CA745657-C360-4229-B9B0-6BBEE395F711}" dt="2025-10-07T10:58:57.710" v="827" actId="14100"/>
          <ac:spMkLst>
            <pc:docMk/>
            <pc:sldMk cId="797344559" sldId="293"/>
            <ac:spMk id="8" creationId="{EB478541-660A-44C9-ACDB-1D19BAC36DCB}"/>
          </ac:spMkLst>
        </pc:spChg>
        <pc:spChg chg="add mod">
          <ac:chgData name="Hejia Qiu" userId="11330c03-db52-4a21-b136-9dc8d2118c1f" providerId="ADAL" clId="{CA745657-C360-4229-B9B0-6BBEE395F711}" dt="2025-10-07T10:59:04.045" v="830" actId="1076"/>
          <ac:spMkLst>
            <pc:docMk/>
            <pc:sldMk cId="797344559" sldId="293"/>
            <ac:spMk id="9" creationId="{03217FED-8501-4281-BAA4-55EA39F58ABC}"/>
          </ac:spMkLst>
        </pc:spChg>
      </pc:sldChg>
      <pc:sldChg chg="addSp add mod">
        <pc:chgData name="Hejia Qiu" userId="11330c03-db52-4a21-b136-9dc8d2118c1f" providerId="ADAL" clId="{CA745657-C360-4229-B9B0-6BBEE395F711}" dt="2025-10-07T10:59:21.625" v="832" actId="22"/>
        <pc:sldMkLst>
          <pc:docMk/>
          <pc:sldMk cId="2563020229" sldId="294"/>
        </pc:sldMkLst>
        <pc:picChg chg="add">
          <ac:chgData name="Hejia Qiu" userId="11330c03-db52-4a21-b136-9dc8d2118c1f" providerId="ADAL" clId="{CA745657-C360-4229-B9B0-6BBEE395F711}" dt="2025-10-07T10:59:21.625" v="832" actId="22"/>
          <ac:picMkLst>
            <pc:docMk/>
            <pc:sldMk cId="2563020229" sldId="294"/>
            <ac:picMk id="3" creationId="{D9A0202B-4996-4244-A8F3-F6B623D0B48F}"/>
          </ac:picMkLst>
        </pc:picChg>
      </pc:sldChg>
      <pc:sldChg chg="addSp delSp modSp add mod">
        <pc:chgData name="Hejia Qiu" userId="11330c03-db52-4a21-b136-9dc8d2118c1f" providerId="ADAL" clId="{CA745657-C360-4229-B9B0-6BBEE395F711}" dt="2025-10-07T11:38:30.053" v="1016" actId="1076"/>
        <pc:sldMkLst>
          <pc:docMk/>
          <pc:sldMk cId="2801092266" sldId="295"/>
        </pc:sldMkLst>
        <pc:spChg chg="del">
          <ac:chgData name="Hejia Qiu" userId="11330c03-db52-4a21-b136-9dc8d2118c1f" providerId="ADAL" clId="{CA745657-C360-4229-B9B0-6BBEE395F711}" dt="2025-10-07T11:38:16.745" v="1011" actId="478"/>
          <ac:spMkLst>
            <pc:docMk/>
            <pc:sldMk cId="2801092266" sldId="295"/>
            <ac:spMk id="2" creationId="{10D27B1D-439D-D40D-1FE5-F437E40E9072}"/>
          </ac:spMkLst>
        </pc:spChg>
        <pc:spChg chg="add mod">
          <ac:chgData name="Hejia Qiu" userId="11330c03-db52-4a21-b136-9dc8d2118c1f" providerId="ADAL" clId="{CA745657-C360-4229-B9B0-6BBEE395F711}" dt="2025-10-07T11:38:30.053" v="1016" actId="1076"/>
          <ac:spMkLst>
            <pc:docMk/>
            <pc:sldMk cId="2801092266" sldId="295"/>
            <ac:spMk id="4" creationId="{601DE7FF-B347-469C-9E9D-252460B494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C3F4-212D-4D64-A41D-B2C5966F2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BDE57-D81A-4C8C-B251-14BEC5423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3190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01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ejia.Qiu@XJTL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E4E62-524F-439C-9CE3-958594ED6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48771"/>
            <a:ext cx="9144000" cy="2387600"/>
          </a:xfrm>
        </p:spPr>
        <p:txBody>
          <a:bodyPr/>
          <a:lstStyle/>
          <a:p>
            <a:r>
              <a:rPr lang="en-US" altLang="zh-CN" dirty="0"/>
              <a:t>DTS207TC Lab W4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AD9DC-2398-4FDB-9B6A-9D2D72B2A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81393"/>
            <a:ext cx="9144000" cy="1655762"/>
          </a:xfrm>
        </p:spPr>
        <p:txBody>
          <a:bodyPr/>
          <a:lstStyle/>
          <a:p>
            <a:r>
              <a:rPr lang="en-US" altLang="zh-CN" dirty="0"/>
              <a:t>Hejia Qiu </a:t>
            </a:r>
          </a:p>
          <a:p>
            <a:r>
              <a:rPr lang="en-US" altLang="zh-CN" dirty="0"/>
              <a:t>Assistant Professor in AIAC </a:t>
            </a:r>
          </a:p>
          <a:p>
            <a:r>
              <a:rPr lang="en-US" dirty="0"/>
              <a:t>Email:  </a:t>
            </a:r>
            <a:r>
              <a:rPr lang="en-US" altLang="zh-CN" dirty="0">
                <a:hlinkClick r:id="rId2"/>
              </a:rPr>
              <a:t>Hejia.Qiu@XJTLU.EDU.CN</a:t>
            </a:r>
            <a:r>
              <a:rPr lang="en-US" altLang="zh-CN" dirty="0"/>
              <a:t> </a:t>
            </a:r>
            <a:endParaRPr lang="en-US" dirty="0"/>
          </a:p>
          <a:p>
            <a:endParaRPr lang="en-US" dirty="0"/>
          </a:p>
          <a:p>
            <a:r>
              <a:rPr lang="en-US" dirty="0"/>
              <a:t>Office Hour: D-5020 </a:t>
            </a:r>
          </a:p>
          <a:p>
            <a:r>
              <a:rPr lang="en-US" dirty="0"/>
              <a:t>Tuesday &amp; Thursday 2-4 PM</a:t>
            </a:r>
          </a:p>
        </p:txBody>
      </p:sp>
    </p:spTree>
    <p:extLst>
      <p:ext uri="{BB962C8B-B14F-4D97-AF65-F5344CB8AC3E}">
        <p14:creationId xmlns:p14="http://schemas.microsoft.com/office/powerpoint/2010/main" val="358999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FA8748-79D5-4A1F-99B4-8A5F4D8D4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29343"/>
            <a:ext cx="9144000" cy="5399314"/>
          </a:xfrm>
        </p:spPr>
        <p:txBody>
          <a:bodyPr/>
          <a:lstStyle/>
          <a:p>
            <a:pPr algn="l"/>
            <a:r>
              <a:rPr lang="en-US" dirty="0"/>
              <a:t>Week 4: XML</a:t>
            </a:r>
          </a:p>
          <a:p>
            <a:pPr algn="l"/>
            <a:r>
              <a:rPr lang="en-US" dirty="0"/>
              <a:t>	- Format convert</a:t>
            </a:r>
          </a:p>
          <a:p>
            <a:pPr algn="l"/>
            <a:r>
              <a:rPr lang="en-US" dirty="0"/>
              <a:t>	- XML structure and file parse</a:t>
            </a:r>
          </a:p>
          <a:p>
            <a:pPr algn="l"/>
            <a:r>
              <a:rPr lang="en-US" dirty="0"/>
              <a:t>	- Query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Week 5: ORM, </a:t>
            </a:r>
            <a:r>
              <a:rPr lang="en-US" altLang="zh-CN" dirty="0"/>
              <a:t>HTML, Web Framework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Week 6: </a:t>
            </a:r>
            <a:r>
              <a:rPr lang="en-US" altLang="zh-CN" dirty="0"/>
              <a:t>Hadoop</a:t>
            </a:r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90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D5F39-A8FF-4BD6-852B-0D81A8CA2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02785"/>
          </a:xfrm>
        </p:spPr>
        <p:txBody>
          <a:bodyPr/>
          <a:lstStyle/>
          <a:p>
            <a:r>
              <a:rPr lang="en-US" dirty="0"/>
              <a:t>Objectives (2 Hour)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FE8C2-43DB-476D-AB24-F67A8FA14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16696"/>
            <a:ext cx="9144000" cy="2541104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US" dirty="0"/>
              <a:t>Learn how to convert CSV data to XML format.</a:t>
            </a:r>
          </a:p>
          <a:p>
            <a:pPr marL="457200" indent="-457200" algn="l">
              <a:buAutoNum type="arabicPeriod"/>
            </a:pPr>
            <a:r>
              <a:rPr lang="en-US" dirty="0"/>
              <a:t>Understand the XML data structure and its application scenarios.</a:t>
            </a:r>
          </a:p>
          <a:p>
            <a:pPr marL="457200" indent="-457200" algn="l">
              <a:buAutoNum type="arabicPeriod"/>
            </a:pPr>
            <a:r>
              <a:rPr lang="en-US" dirty="0"/>
              <a:t>Use Python programming to process XML data and perform simple data queries and operations.</a:t>
            </a:r>
          </a:p>
          <a:p>
            <a:pPr marL="457200" indent="-457200" algn="l">
              <a:buAutoNum type="arabicPeriod"/>
            </a:pPr>
            <a:r>
              <a:rPr lang="en-GB" dirty="0"/>
              <a:t>Understand the core concepts of XPath and XQuery.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97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591"/>
            <a:ext cx="9144000" cy="1364974"/>
          </a:xfrm>
        </p:spPr>
        <p:txBody>
          <a:bodyPr/>
          <a:lstStyle/>
          <a:p>
            <a:r>
              <a:rPr lang="en-US" dirty="0"/>
              <a:t>Step 1 (5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05878"/>
            <a:ext cx="9144000" cy="2951923"/>
          </a:xfrm>
        </p:spPr>
        <p:txBody>
          <a:bodyPr/>
          <a:lstStyle/>
          <a:p>
            <a:pPr algn="l"/>
            <a:r>
              <a:rPr lang="en-US" dirty="0"/>
              <a:t>Save the provided market record CSV and trading pair basic information CSV to local files.</a:t>
            </a:r>
          </a:p>
          <a:p>
            <a:pPr algn="l"/>
            <a:r>
              <a:rPr lang="en-US" dirty="0"/>
              <a:t>Make sure the Python environment is installed and the necessary libraries (such as pandas and </a:t>
            </a:r>
            <a:r>
              <a:rPr lang="en-US" dirty="0" err="1"/>
              <a:t>lxml</a:t>
            </a:r>
            <a:r>
              <a:rPr lang="en-US" dirty="0"/>
              <a:t>) are installed.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682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591"/>
            <a:ext cx="9144000" cy="1364974"/>
          </a:xfrm>
        </p:spPr>
        <p:txBody>
          <a:bodyPr/>
          <a:lstStyle/>
          <a:p>
            <a:r>
              <a:rPr lang="en-US" dirty="0"/>
              <a:t>Step 2 (5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79374"/>
            <a:ext cx="9144000" cy="2951923"/>
          </a:xfrm>
        </p:spPr>
        <p:txBody>
          <a:bodyPr/>
          <a:lstStyle/>
          <a:p>
            <a:pPr algn="l"/>
            <a:r>
              <a:rPr lang="en-US" dirty="0"/>
              <a:t>Import the pandas library. Use the </a:t>
            </a:r>
            <a:r>
              <a:rPr lang="en-US" dirty="0" err="1"/>
              <a:t>pandas.read_csv</a:t>
            </a:r>
            <a:r>
              <a:rPr lang="en-US" dirty="0"/>
              <a:t>() function to read two CSV files into </a:t>
            </a:r>
            <a:r>
              <a:rPr lang="en-US" dirty="0" err="1"/>
              <a:t>DataFrames</a:t>
            </a:r>
            <a:r>
              <a:rPr lang="en-US" dirty="0"/>
              <a:t>.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C07537-6613-4A81-90DF-80996E451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496797"/>
              </p:ext>
            </p:extLst>
          </p:nvPr>
        </p:nvGraphicFramePr>
        <p:xfrm>
          <a:off x="1775791" y="3429000"/>
          <a:ext cx="8255753" cy="2102125"/>
        </p:xfrm>
        <a:graphic>
          <a:graphicData uri="http://schemas.openxmlformats.org/drawingml/2006/table">
            <a:tbl>
              <a:tblPr/>
              <a:tblGrid>
                <a:gridCol w="8255753">
                  <a:extLst>
                    <a:ext uri="{9D8B030D-6E8A-4147-A177-3AD203B41FA5}">
                      <a16:colId xmlns:a16="http://schemas.microsoft.com/office/drawing/2014/main" val="1123080324"/>
                    </a:ext>
                  </a:extLst>
                </a:gridCol>
              </a:tblGrid>
              <a:tr h="420425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 err="1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mport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pandas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pd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812970"/>
                  </a:ext>
                </a:extLst>
              </a:tr>
              <a:tr h="420425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651441"/>
                  </a:ext>
                </a:extLst>
              </a:tr>
              <a:tr h="420425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market_data_df = pd.read_csv(</a:t>
                      </a:r>
                      <a:r>
                        <a:rPr lang="zh-CN" sz="200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'market_data.csv'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26417"/>
                  </a:ext>
                </a:extLst>
              </a:tr>
              <a:tr h="420425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202703"/>
                  </a:ext>
                </a:extLst>
              </a:tr>
              <a:tr h="420425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symbol_info_df = pd.read_csv(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'symbol_info.csv'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6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57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591"/>
            <a:ext cx="9144000" cy="1364974"/>
          </a:xfrm>
        </p:spPr>
        <p:txBody>
          <a:bodyPr/>
          <a:lstStyle/>
          <a:p>
            <a:r>
              <a:rPr lang="en-US" dirty="0"/>
              <a:t>Step 3 (20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0104"/>
            <a:ext cx="9144000" cy="2951923"/>
          </a:xfrm>
        </p:spPr>
        <p:txBody>
          <a:bodyPr/>
          <a:lstStyle/>
          <a:p>
            <a:pPr algn="l"/>
            <a:r>
              <a:rPr lang="en-US" dirty="0"/>
              <a:t>Use Python's </a:t>
            </a:r>
            <a:r>
              <a:rPr lang="en-US" dirty="0" err="1"/>
              <a:t>xml.etree.ElementTree</a:t>
            </a:r>
            <a:r>
              <a:rPr lang="en-US" dirty="0"/>
              <a:t> module or </a:t>
            </a:r>
            <a:r>
              <a:rPr lang="en-US" dirty="0" err="1"/>
              <a:t>lxml</a:t>
            </a:r>
            <a:r>
              <a:rPr lang="en-US" dirty="0"/>
              <a:t> library to create XML data structures. </a:t>
            </a:r>
          </a:p>
          <a:p>
            <a:pPr algn="l"/>
            <a:r>
              <a:rPr lang="en-US" dirty="0"/>
              <a:t>Iterate over each row of the </a:t>
            </a:r>
            <a:r>
              <a:rPr lang="en-US" dirty="0" err="1"/>
              <a:t>DataFrame</a:t>
            </a:r>
            <a:r>
              <a:rPr lang="en-US" dirty="0"/>
              <a:t> and convert it into XML nodes and </a:t>
            </a:r>
            <a:r>
              <a:rPr lang="en-US" dirty="0" err="1"/>
              <a:t>subnodes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Save the generated XML data to a file for subsequent querying and manipulation.</a:t>
            </a:r>
          </a:p>
        </p:txBody>
      </p:sp>
    </p:spTree>
    <p:extLst>
      <p:ext uri="{BB962C8B-B14F-4D97-AF65-F5344CB8AC3E}">
        <p14:creationId xmlns:p14="http://schemas.microsoft.com/office/powerpoint/2010/main" val="346637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225BD0-3B48-4585-935F-368FE40C5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877373"/>
              </p:ext>
            </p:extLst>
          </p:nvPr>
        </p:nvGraphicFramePr>
        <p:xfrm>
          <a:off x="0" y="0"/>
          <a:ext cx="12192000" cy="7015776"/>
        </p:xfrm>
        <a:graphic>
          <a:graphicData uri="http://schemas.openxmlformats.org/drawingml/2006/table">
            <a:tbl>
              <a:tblPr/>
              <a:tblGrid>
                <a:gridCol w="12192000">
                  <a:extLst>
                    <a:ext uri="{9D8B030D-6E8A-4147-A177-3AD203B41FA5}">
                      <a16:colId xmlns:a16="http://schemas.microsoft.com/office/drawing/2014/main" val="2558515671"/>
                    </a:ext>
                  </a:extLst>
                </a:gridCol>
              </a:tblGrid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 err="1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mport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xml.etree.ElementTree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ET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00077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create root node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03111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root = ET.Element(</a:t>
                      </a:r>
                      <a:r>
                        <a:rPr lang="zh-CN" sz="200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'MarketData'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294342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Traverse the market record </a:t>
                      </a:r>
                      <a:r>
                        <a:rPr lang="en-US" altLang="zh-CN" sz="2000" dirty="0" err="1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DataFrame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 and create child nodes</a:t>
                      </a: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  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53981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index, row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market_data_df.iterrows():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9817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record = ET.SubElement(root,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'Record'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76151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timestamp = ET.SubElement(record,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'Timestamp'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52970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timestamp.text = 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(row[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'timestamp'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])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66996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symbol = ET.SubElement(record,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'Symbol'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92003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symbol.text = </a:t>
                      </a:r>
                      <a:r>
                        <a:rPr lang="en-US" alt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(r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ow[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'symbol’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r>
                        <a:rPr lang="en-US" alt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406849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a = ET.SubElement(record,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'AskPrice'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12177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a.text = 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(row[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'a'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])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16634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aq = ET.SubElement(record,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'AskQuantity'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93352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aq.text = 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(row[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'aq'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])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78802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b = ET.SubElement(record,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'BidPrice'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12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b.text = 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(row[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'b'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])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77970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bq = ET.SubElement(record,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'BidQuantity'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23636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bq.text = 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(row[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'bq'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])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3126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save XML data into local files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68291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tree = ET.ElementTree(root)  </a:t>
                      </a: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1760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tree.write(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'market_data.xml'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, encoding=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'utf-8'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, xml_declaration=</a:t>
                      </a: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51622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Note: Only the XML conversion of the market record is shown here. The conversion of basic information of trading pairs is similar.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30429" marR="30429" marT="30429" marB="304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018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103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44710A-0B14-40C1-B440-05AE2341A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587" y="150920"/>
            <a:ext cx="8102825" cy="60812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F9725E-BEC4-441C-A686-50FCBA90D868}"/>
              </a:ext>
            </a:extLst>
          </p:cNvPr>
          <p:cNvSpPr txBox="1"/>
          <p:nvPr/>
        </p:nvSpPr>
        <p:spPr>
          <a:xfrm>
            <a:off x="3755254" y="6337748"/>
            <a:ext cx="5788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 to manually parse, we will do it later.</a:t>
            </a:r>
          </a:p>
        </p:txBody>
      </p:sp>
    </p:spTree>
    <p:extLst>
      <p:ext uri="{BB962C8B-B14F-4D97-AF65-F5344CB8AC3E}">
        <p14:creationId xmlns:p14="http://schemas.microsoft.com/office/powerpoint/2010/main" val="4207969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591"/>
            <a:ext cx="9144000" cy="1364974"/>
          </a:xfrm>
        </p:spPr>
        <p:txBody>
          <a:bodyPr/>
          <a:lstStyle/>
          <a:p>
            <a:r>
              <a:rPr lang="en-US" dirty="0"/>
              <a:t>Step 3 (20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0104"/>
            <a:ext cx="9144000" cy="2951923"/>
          </a:xfrm>
        </p:spPr>
        <p:txBody>
          <a:bodyPr/>
          <a:lstStyle/>
          <a:p>
            <a:pPr algn="l"/>
            <a:r>
              <a:rPr lang="en-US" altLang="zh-CN" dirty="0"/>
              <a:t>Try the SAX version to achieve same implementation.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00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A47AF3D-74CF-45CA-81D1-643DD97D6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161183" cy="720197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def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Arial Unicode MS"/>
                <a:ea typeface="JetBrains Mono"/>
              </a:rPr>
              <a:t>w4_main_3_sax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():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market_data_df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pd.read_csv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'market.csv'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header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with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open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'market_data_sax.xml'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'w'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encoding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'utf-8'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f: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xml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saxutils.XMLGenerator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(f,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encoding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'utf-8'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xml.startDocument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xml.startElement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'market'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{})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_, row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market_data_df.iterrows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():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xml.startElement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'record'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{})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xml.startElement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'timestamp'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{})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xml.characters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(row[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'timestamp'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]))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xml.endElement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'timestamp'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xml.startElement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'symbol'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{})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xml.characters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(row[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'symbol'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]))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xml.endElement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'symbol'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xml.startElement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bidPrice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{})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xml.characters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(row[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'b'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]))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xml.endElement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bidPrice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xml.startElement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askPrice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{})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xml.characters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(row[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'a'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]))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xml.endElement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askPrice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xml.startElement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bidQuantity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{})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xml.characters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(row[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bq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]))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xml.endElement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bidQuantity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xml.startElement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askQuantity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{})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xml.characters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(row[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aq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]))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xml.endElement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askQuantity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xml.endElement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'record'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xml.endElement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'market'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  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xml.endDocument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print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"SAX write into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market_data_sax.xml"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2C2490-A328-48BE-B6FE-1C17C4122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635" y="2703444"/>
            <a:ext cx="8170556" cy="337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64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591"/>
            <a:ext cx="9144000" cy="1364974"/>
          </a:xfrm>
        </p:spPr>
        <p:txBody>
          <a:bodyPr/>
          <a:lstStyle/>
          <a:p>
            <a:r>
              <a:rPr lang="en-US" dirty="0"/>
              <a:t>Step 4 (25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0104"/>
            <a:ext cx="9144000" cy="2951923"/>
          </a:xfrm>
        </p:spPr>
        <p:txBody>
          <a:bodyPr/>
          <a:lstStyle/>
          <a:p>
            <a:pPr algn="l"/>
            <a:r>
              <a:rPr lang="en-US" dirty="0"/>
              <a:t>Use the </a:t>
            </a:r>
            <a:r>
              <a:rPr lang="en-US" dirty="0" err="1"/>
              <a:t>xml.etree.ElementTree</a:t>
            </a:r>
            <a:r>
              <a:rPr lang="en-US" dirty="0"/>
              <a:t> module or the </a:t>
            </a:r>
            <a:r>
              <a:rPr lang="en-US" dirty="0" err="1"/>
              <a:t>lxml</a:t>
            </a:r>
            <a:r>
              <a:rPr lang="en-US" dirty="0"/>
              <a:t> library to parse XML files.</a:t>
            </a:r>
          </a:p>
          <a:p>
            <a:pPr algn="l"/>
            <a:r>
              <a:rPr lang="en-US" dirty="0"/>
              <a:t>Perform simple data queries and operations, such as finding information about a specific trading pair based on a symbol, or calculating the best bid-ask spread at a certain point in time.</a:t>
            </a:r>
          </a:p>
        </p:txBody>
      </p:sp>
    </p:spTree>
    <p:extLst>
      <p:ext uri="{BB962C8B-B14F-4D97-AF65-F5344CB8AC3E}">
        <p14:creationId xmlns:p14="http://schemas.microsoft.com/office/powerpoint/2010/main" val="1893553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E97BF7-120C-41B9-A2F3-C4BEC47DC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006171"/>
              </p:ext>
            </p:extLst>
          </p:nvPr>
        </p:nvGraphicFramePr>
        <p:xfrm>
          <a:off x="924171" y="495959"/>
          <a:ext cx="9969116" cy="5885892"/>
        </p:xfrm>
        <a:graphic>
          <a:graphicData uri="http://schemas.openxmlformats.org/drawingml/2006/table">
            <a:tbl>
              <a:tblPr/>
              <a:tblGrid>
                <a:gridCol w="9969116">
                  <a:extLst>
                    <a:ext uri="{9D8B030D-6E8A-4147-A177-3AD203B41FA5}">
                      <a16:colId xmlns:a16="http://schemas.microsoft.com/office/drawing/2014/main" val="4155209084"/>
                    </a:ext>
                  </a:extLst>
                </a:gridCol>
              </a:tblGrid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Parsing XML files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649030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tree = ET.parse(</a:t>
                      </a:r>
                      <a:r>
                        <a:rPr lang="zh-CN" sz="200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'market_data.xml'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408142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root = tree.getroot()  </a:t>
                      </a:r>
                      <a:endParaRPr lang="en-US" altLang="zh-CN" sz="2000" dirty="0">
                        <a:solidFill>
                          <a:srgbClr val="D1D4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2000" dirty="0">
                        <a:solidFill>
                          <a:srgbClr val="D1D4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307285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Sample query: Find information about the EYCU trading pair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086108"/>
                  </a:ext>
                </a:extLst>
              </a:tr>
              <a:tr h="501201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eycu_records = [record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record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altLang="zh-CN" sz="200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oot.findall(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'Record'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record.find(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'Symbol'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).text == 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'EYCU'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]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610720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record </a:t>
                      </a:r>
                      <a:r>
                        <a:rPr 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altLang="zh-CN" sz="2000" dirty="0">
                          <a:solidFill>
                            <a:srgbClr val="E8CEE3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eycu_records: 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265754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(ET.tostring(record, encoding=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'unicode'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))  </a:t>
                      </a:r>
                      <a:endParaRPr lang="en-US" altLang="zh-CN" sz="2000" dirty="0">
                        <a:solidFill>
                          <a:srgbClr val="D1D4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592104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Example operation: Calculate the best bid-ask spread for the first record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63149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first_record = root.find(</a:t>
                      </a:r>
                      <a:r>
                        <a:rPr lang="zh-CN" sz="200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'Record'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 </a:t>
                      </a:r>
                      <a:endParaRPr lang="zh-CN" sz="20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42507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ask_price = </a:t>
                      </a:r>
                      <a:r>
                        <a:rPr lang="zh-CN" sz="200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float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(first_record.find(</a:t>
                      </a:r>
                      <a:r>
                        <a:rPr lang="zh-CN" sz="200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'AskPrice'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).text)  </a:t>
                      </a:r>
                      <a:endParaRPr lang="zh-CN" sz="20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956466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bid_price = </a:t>
                      </a:r>
                      <a:r>
                        <a:rPr lang="zh-CN" sz="200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float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(first_record.find(</a:t>
                      </a:r>
                      <a:r>
                        <a:rPr lang="zh-CN" sz="200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'BidPrice'</a:t>
                      </a:r>
                      <a:r>
                        <a:rPr lang="zh-CN" sz="200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).text)  </a:t>
                      </a:r>
                      <a:endParaRPr lang="zh-CN" sz="200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592857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spread = ask_price - bid_price  </a:t>
                      </a: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11799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E8D05E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zh-CN" sz="2000" dirty="0">
                          <a:solidFill>
                            <a:srgbClr val="ACDCEC"/>
                          </a:solidFill>
                          <a:effectLst/>
                          <a:latin typeface="Consolas" panose="020B0609020204030204" pitchFamily="49" charset="0"/>
                        </a:rPr>
                        <a:t>f'Optimal buy-sell spread for the first record: {spread}’</a:t>
                      </a: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endParaRPr lang="en-US" altLang="zh-CN" sz="2000" dirty="0">
                        <a:solidFill>
                          <a:srgbClr val="D1D4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1D4D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endParaRPr lang="zh-CN" sz="20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17640"/>
                  </a:ext>
                </a:extLst>
              </a:tr>
              <a:tr h="296164">
                <a:tc>
                  <a:txBody>
                    <a:bodyPr/>
                    <a:lstStyle/>
                    <a:p>
                      <a:pPr marL="0" marR="0" fontAlgn="t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solidFill>
                            <a:srgbClr val="D6D4BE"/>
                          </a:solidFill>
                          <a:effectLst/>
                          <a:ea typeface="Consolas" panose="020B0609020204030204" pitchFamily="49" charset="0"/>
                        </a:rPr>
                        <a:t># </a:t>
                      </a:r>
                      <a:r>
                        <a:rPr lang="en-US" altLang="zh-CN" sz="2000" dirty="0">
                          <a:solidFill>
                            <a:srgbClr val="D6D4BE"/>
                          </a:solidFill>
                          <a:effectLst/>
                          <a:ea typeface="Microsoft YaHei" panose="020B0503020204020204" pitchFamily="34" charset="-122"/>
                        </a:rPr>
                        <a:t>Other queries and operations can be further designed, such as calculating the average price difference within a certain period of time.</a:t>
                      </a:r>
                      <a:endParaRPr lang="zh-CN" sz="2000" dirty="0">
                        <a:solidFill>
                          <a:srgbClr val="D6D4BE"/>
                        </a:solidFill>
                        <a:effectLst/>
                      </a:endParaRPr>
                    </a:p>
                  </a:txBody>
                  <a:tcPr marL="45564" marR="45564" marT="45564" marB="4556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3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27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610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C787F5-B273-4B50-A575-D58181212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391" y="0"/>
            <a:ext cx="9153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59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6591"/>
            <a:ext cx="9144000" cy="1364974"/>
          </a:xfrm>
        </p:spPr>
        <p:txBody>
          <a:bodyPr/>
          <a:lstStyle/>
          <a:p>
            <a:r>
              <a:rPr lang="en-US" dirty="0"/>
              <a:t>Step 4 (25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60104"/>
            <a:ext cx="9144000" cy="2951923"/>
          </a:xfrm>
        </p:spPr>
        <p:txBody>
          <a:bodyPr/>
          <a:lstStyle/>
          <a:p>
            <a:pPr algn="l"/>
            <a:r>
              <a:rPr lang="en-US" dirty="0"/>
              <a:t>Use the </a:t>
            </a:r>
            <a:r>
              <a:rPr lang="en-US" dirty="0" err="1"/>
              <a:t>xml.</a:t>
            </a:r>
            <a:r>
              <a:rPr lang="en-US" altLang="zh-CN" dirty="0" err="1"/>
              <a:t>sax</a:t>
            </a:r>
            <a:r>
              <a:rPr lang="en-US" dirty="0"/>
              <a:t> module library to parse XML files in a same way.</a:t>
            </a:r>
          </a:p>
          <a:p>
            <a:pPr algn="l"/>
            <a:r>
              <a:rPr lang="en-US" dirty="0"/>
              <a:t>Perform simple data queries and operations, such as finding information about a specific trading pair based on a symbol, or calculating the best bid-ask spread at a certain point in time.</a:t>
            </a:r>
          </a:p>
        </p:txBody>
      </p:sp>
    </p:spTree>
    <p:extLst>
      <p:ext uri="{BB962C8B-B14F-4D97-AF65-F5344CB8AC3E}">
        <p14:creationId xmlns:p14="http://schemas.microsoft.com/office/powerpoint/2010/main" val="1422671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A0202B-4996-4244-A8F3-F6B623D0B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1095375"/>
            <a:ext cx="104584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20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3506-435D-405D-AA50-7182FE5ED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6879" y="939768"/>
            <a:ext cx="9144000" cy="1364974"/>
          </a:xfrm>
        </p:spPr>
        <p:txBody>
          <a:bodyPr/>
          <a:lstStyle/>
          <a:p>
            <a:r>
              <a:rPr lang="en-US" dirty="0"/>
              <a:t>Step 5 (25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57C09-984E-4639-AD9A-F70AED7C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79" y="2543281"/>
            <a:ext cx="9144000" cy="2951923"/>
          </a:xfrm>
        </p:spPr>
        <p:txBody>
          <a:bodyPr/>
          <a:lstStyle/>
          <a:p>
            <a:pPr algn="l"/>
            <a:r>
              <a:rPr lang="en-US" altLang="zh-CN" dirty="0"/>
              <a:t>Install and use </a:t>
            </a:r>
            <a:r>
              <a:rPr lang="en-US" altLang="zh-CN" dirty="0" err="1"/>
              <a:t>EditX</a:t>
            </a:r>
            <a:r>
              <a:rPr lang="en-US" altLang="zh-CN" dirty="0"/>
              <a:t> to view and query XML files. 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See the ‘install EditX.docx’.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85D64E-EF10-4800-B7E2-CD6A74D2B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79" y="3518470"/>
            <a:ext cx="197167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88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DD7488-C663-4A55-B26B-4034D6426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12" y="0"/>
            <a:ext cx="8893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25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D4D5B-F238-C8C3-4BAA-3FA9579C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769209-FCEA-A3DC-376C-44A4F408D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2373339"/>
            <a:ext cx="9144000" cy="3278170"/>
          </a:xfrm>
        </p:spPr>
        <p:txBody>
          <a:bodyPr/>
          <a:lstStyle/>
          <a:p>
            <a:pPr algn="just"/>
            <a:r>
              <a:rPr lang="en-GB" altLang="zh-CN" dirty="0"/>
              <a:t>Use </a:t>
            </a:r>
            <a:r>
              <a:rPr lang="en-GB" altLang="zh-CN" dirty="0" err="1"/>
              <a:t>EditX</a:t>
            </a:r>
            <a:r>
              <a:rPr lang="en-GB" altLang="zh-CN" dirty="0"/>
              <a:t> tool to create an XML document and execute XPath and XQuery. The detailed </a:t>
            </a:r>
            <a:r>
              <a:rPr lang="en-GB" altLang="zh-CN" dirty="0" err="1"/>
              <a:t>EditX</a:t>
            </a:r>
            <a:r>
              <a:rPr lang="en-GB" altLang="zh-CN" dirty="0"/>
              <a:t> download and installation instructions have been uploaded to LMO.</a:t>
            </a:r>
          </a:p>
          <a:p>
            <a:pPr algn="just"/>
            <a:endParaRPr lang="en-GB" altLang="zh-CN" dirty="0"/>
          </a:p>
          <a:p>
            <a:pPr algn="just"/>
            <a:r>
              <a:rPr lang="en-GB" altLang="zh-CN" dirty="0"/>
              <a:t>Create your own XML document.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313C46-8FBB-54D2-2F3D-5EE99DD45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680" y="3095191"/>
            <a:ext cx="4657319" cy="365168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AC385D3-55FD-C9AE-B82B-3A5A4F0E8C87}"/>
              </a:ext>
            </a:extLst>
          </p:cNvPr>
          <p:cNvSpPr/>
          <p:nvPr/>
        </p:nvSpPr>
        <p:spPr>
          <a:xfrm>
            <a:off x="6010680" y="3503596"/>
            <a:ext cx="216865" cy="2213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01AC70-01CF-0C6A-E749-5728315BFCBA}"/>
              </a:ext>
            </a:extLst>
          </p:cNvPr>
          <p:cNvSpPr/>
          <p:nvPr/>
        </p:nvSpPr>
        <p:spPr>
          <a:xfrm>
            <a:off x="6764659" y="4558365"/>
            <a:ext cx="430225" cy="59115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4EA799-20A7-A775-FEB8-A7D2EF88CBA8}"/>
              </a:ext>
            </a:extLst>
          </p:cNvPr>
          <p:cNvSpPr/>
          <p:nvPr/>
        </p:nvSpPr>
        <p:spPr>
          <a:xfrm>
            <a:off x="9745935" y="6373361"/>
            <a:ext cx="264339" cy="1958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034BFB-6E59-B95F-5979-874F9E794FC1}"/>
              </a:ext>
            </a:extLst>
          </p:cNvPr>
          <p:cNvSpPr txBox="1"/>
          <p:nvPr/>
        </p:nvSpPr>
        <p:spPr>
          <a:xfrm>
            <a:off x="5618747" y="3095191"/>
            <a:ext cx="3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5E87A8-08D6-5D48-34EC-6F8BB6A8D08D}"/>
              </a:ext>
            </a:extLst>
          </p:cNvPr>
          <p:cNvSpPr txBox="1"/>
          <p:nvPr/>
        </p:nvSpPr>
        <p:spPr>
          <a:xfrm>
            <a:off x="6423466" y="4623107"/>
            <a:ext cx="3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C7F295-A54F-D9A5-1F3F-C9969C4D0085}"/>
              </a:ext>
            </a:extLst>
          </p:cNvPr>
          <p:cNvSpPr txBox="1"/>
          <p:nvPr/>
        </p:nvSpPr>
        <p:spPr>
          <a:xfrm>
            <a:off x="9354003" y="6142528"/>
            <a:ext cx="3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911CA99-16D1-48F2-BB4A-B787729AE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6879" y="939768"/>
            <a:ext cx="9144000" cy="1364974"/>
          </a:xfrm>
        </p:spPr>
        <p:txBody>
          <a:bodyPr/>
          <a:lstStyle/>
          <a:p>
            <a:r>
              <a:rPr lang="en-US" dirty="0"/>
              <a:t>Step 5 (25 Minutes)</a:t>
            </a:r>
          </a:p>
        </p:txBody>
      </p:sp>
    </p:spTree>
    <p:extLst>
      <p:ext uri="{BB962C8B-B14F-4D97-AF65-F5344CB8AC3E}">
        <p14:creationId xmlns:p14="http://schemas.microsoft.com/office/powerpoint/2010/main" val="493327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E57C1-B1A8-43D8-8675-22137024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A1D4C16-A442-9CAD-D1E0-2E1D2068A42A}"/>
              </a:ext>
            </a:extLst>
          </p:cNvPr>
          <p:cNvSpPr txBox="1"/>
          <p:nvPr/>
        </p:nvSpPr>
        <p:spPr>
          <a:xfrm>
            <a:off x="108284" y="0"/>
            <a:ext cx="796490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&lt;?xml version="1.0" encoding="UTF-8"?&gt;</a:t>
            </a:r>
          </a:p>
          <a:p>
            <a:endParaRPr lang="en-GB" sz="1200" dirty="0"/>
          </a:p>
          <a:p>
            <a:r>
              <a:rPr lang="en-GB" sz="1200" dirty="0"/>
              <a:t>&lt;!-- New XML document created with </a:t>
            </a:r>
            <a:r>
              <a:rPr lang="en-GB" sz="1200" dirty="0" err="1"/>
              <a:t>EditiX</a:t>
            </a:r>
            <a:r>
              <a:rPr lang="en-GB" sz="1200" dirty="0"/>
              <a:t> XML Editor (http://www.editix.com) at Sun Nov 17 12:31:37 CST 2024 --&gt;</a:t>
            </a:r>
          </a:p>
          <a:p>
            <a:endParaRPr lang="en-GB" sz="1200" dirty="0"/>
          </a:p>
          <a:p>
            <a:r>
              <a:rPr lang="en-GB" sz="1200" dirty="0"/>
              <a:t>&lt;</a:t>
            </a:r>
            <a:r>
              <a:rPr lang="en-GB" sz="1200" dirty="0" err="1"/>
              <a:t>mydoc</a:t>
            </a:r>
            <a:r>
              <a:rPr lang="en-GB" sz="1200" dirty="0"/>
              <a:t>&gt;</a:t>
            </a:r>
          </a:p>
          <a:p>
            <a:r>
              <a:rPr lang="en-GB" sz="1200" dirty="0"/>
              <a:t>&lt;library&gt;</a:t>
            </a:r>
          </a:p>
          <a:p>
            <a:r>
              <a:rPr lang="en-GB" sz="1200" dirty="0"/>
              <a:t>  &lt;book id="1" genre="Fiction" language="English" publication-year="2021"&gt;</a:t>
            </a:r>
          </a:p>
          <a:p>
            <a:r>
              <a:rPr lang="en-GB" sz="1200" dirty="0"/>
              <a:t>    &lt;title&gt;The Midnight Library&lt;/title&gt;</a:t>
            </a:r>
          </a:p>
          <a:p>
            <a:r>
              <a:rPr lang="en-GB" sz="1200" dirty="0"/>
              <a:t>    &lt;author&gt;Matt Haig&lt;/author&gt;</a:t>
            </a:r>
          </a:p>
          <a:p>
            <a:r>
              <a:rPr lang="en-GB" sz="1200" dirty="0"/>
              <a:t>    &lt;publisher&gt;Canongate Books&lt;/publisher&gt;</a:t>
            </a:r>
          </a:p>
          <a:p>
            <a:r>
              <a:rPr lang="en-GB" sz="1200" dirty="0"/>
              <a:t>    &lt;price currency="USD"&gt;20.99&lt;/price&gt;</a:t>
            </a:r>
          </a:p>
          <a:p>
            <a:r>
              <a:rPr lang="en-GB" sz="1200" dirty="0"/>
              <a:t>    &lt;available&gt;Yes&lt;/available&gt;</a:t>
            </a:r>
          </a:p>
          <a:p>
            <a:r>
              <a:rPr lang="en-GB" sz="1200" dirty="0"/>
              <a:t>  &lt;/book&gt;</a:t>
            </a:r>
          </a:p>
          <a:p>
            <a:r>
              <a:rPr lang="en-GB" sz="1200" dirty="0"/>
              <a:t>  &lt;book id="2" genre="Science" language="English" publication-year="2018"&gt;</a:t>
            </a:r>
          </a:p>
          <a:p>
            <a:r>
              <a:rPr lang="en-GB" sz="1200" dirty="0"/>
              <a:t>    &lt;title&gt;Brief Answers to the Big Questions&lt;/title&gt;</a:t>
            </a:r>
          </a:p>
          <a:p>
            <a:r>
              <a:rPr lang="en-GB" sz="1200" dirty="0"/>
              <a:t>    &lt;author&gt;Stephen Hawking&lt;/author&gt;</a:t>
            </a:r>
          </a:p>
          <a:p>
            <a:r>
              <a:rPr lang="en-GB" sz="1200" dirty="0"/>
              <a:t>    &lt;publisher&gt;Bantam Books&lt;/publisher&gt;</a:t>
            </a:r>
          </a:p>
          <a:p>
            <a:r>
              <a:rPr lang="en-GB" sz="1200" dirty="0"/>
              <a:t>    &lt;price currency="USD"&gt;15.00&lt;/price&gt;</a:t>
            </a:r>
          </a:p>
          <a:p>
            <a:r>
              <a:rPr lang="en-GB" sz="1200" dirty="0"/>
              <a:t>    &lt;available&gt;No&lt;/available&gt;</a:t>
            </a:r>
          </a:p>
          <a:p>
            <a:r>
              <a:rPr lang="en-GB" sz="1200" dirty="0"/>
              <a:t>  &lt;/book&gt;</a:t>
            </a:r>
          </a:p>
          <a:p>
            <a:r>
              <a:rPr lang="en-GB" sz="1200" dirty="0"/>
              <a:t>  &lt;book id="3" genre="Biography" language="Spanish" publication-year="2020"&gt;</a:t>
            </a:r>
          </a:p>
          <a:p>
            <a:r>
              <a:rPr lang="en-GB" sz="1200" dirty="0"/>
              <a:t>    &lt;title&gt;Una </a:t>
            </a:r>
            <a:r>
              <a:rPr lang="en-GB" sz="1200" dirty="0" err="1"/>
              <a:t>vida</a:t>
            </a:r>
            <a:r>
              <a:rPr lang="en-GB" sz="1200" dirty="0"/>
              <a:t> </a:t>
            </a:r>
            <a:r>
              <a:rPr lang="en-GB" sz="1200" dirty="0" err="1"/>
              <a:t>como</a:t>
            </a:r>
            <a:r>
              <a:rPr lang="en-GB" sz="1200" dirty="0"/>
              <a:t> </a:t>
            </a:r>
            <a:r>
              <a:rPr lang="en-GB" sz="1200" dirty="0" err="1"/>
              <a:t>ninguna</a:t>
            </a:r>
            <a:r>
              <a:rPr lang="en-GB" sz="1200" dirty="0"/>
              <a:t> </a:t>
            </a:r>
            <a:r>
              <a:rPr lang="en-GB" sz="1200" dirty="0" err="1"/>
              <a:t>otra</a:t>
            </a:r>
            <a:r>
              <a:rPr lang="en-GB" sz="1200" dirty="0"/>
              <a:t>&lt;/title&gt;</a:t>
            </a:r>
          </a:p>
          <a:p>
            <a:r>
              <a:rPr lang="en-GB" sz="1200" dirty="0"/>
              <a:t>    &lt;author&gt;Gabriel García Márquez&lt;/author&gt;</a:t>
            </a:r>
          </a:p>
          <a:p>
            <a:r>
              <a:rPr lang="en-GB" sz="1200" dirty="0"/>
              <a:t>    &lt;publisher&gt;Editorial Diana&lt;/publisher&gt;</a:t>
            </a:r>
          </a:p>
          <a:p>
            <a:r>
              <a:rPr lang="en-GB" sz="1200" dirty="0"/>
              <a:t>    &lt;price currency="MXN"&gt;250.00&lt;/price&gt;</a:t>
            </a:r>
          </a:p>
          <a:p>
            <a:r>
              <a:rPr lang="en-GB" sz="1200" dirty="0"/>
              <a:t>    &lt;available&gt;No&lt;/available&gt;</a:t>
            </a:r>
          </a:p>
          <a:p>
            <a:r>
              <a:rPr lang="en-GB" sz="1200" dirty="0"/>
              <a:t>  &lt;/book&gt;</a:t>
            </a:r>
          </a:p>
          <a:p>
            <a:r>
              <a:rPr lang="en-GB" sz="1200" dirty="0"/>
              <a:t>  &lt;book id="4" genre="Fantasy" language="German" publication-year="2010"&gt;</a:t>
            </a:r>
          </a:p>
          <a:p>
            <a:r>
              <a:rPr lang="en-GB" sz="1200" dirty="0"/>
              <a:t>    &lt;title&gt;Der Hobbit&lt;/title&gt;</a:t>
            </a:r>
          </a:p>
          <a:p>
            <a:r>
              <a:rPr lang="en-GB" sz="1200" dirty="0"/>
              <a:t>    &lt;author&gt;J.R.R. Tolkien&lt;/author&gt;</a:t>
            </a:r>
          </a:p>
          <a:p>
            <a:r>
              <a:rPr lang="en-GB" sz="1200" dirty="0"/>
              <a:t>    &lt;publisher&gt;Klett-Cotta&lt;/publisher&gt;</a:t>
            </a:r>
          </a:p>
          <a:p>
            <a:r>
              <a:rPr lang="en-GB" sz="1200" dirty="0"/>
              <a:t>    &lt;price currency="EUR"&gt;14.99&lt;/price&gt;</a:t>
            </a:r>
          </a:p>
          <a:p>
            <a:r>
              <a:rPr lang="en-GB" sz="1200" dirty="0"/>
              <a:t>    &lt;available&gt;Yes&lt;/available&gt;</a:t>
            </a:r>
          </a:p>
          <a:p>
            <a:r>
              <a:rPr lang="en-GB" sz="1200" dirty="0"/>
              <a:t>  &lt;/book&gt;</a:t>
            </a:r>
          </a:p>
          <a:p>
            <a:r>
              <a:rPr lang="en-GB" sz="1200" dirty="0"/>
              <a:t>&lt;/library&gt;</a:t>
            </a:r>
          </a:p>
          <a:p>
            <a:r>
              <a:rPr lang="en-GB" sz="1200" dirty="0"/>
              <a:t>&lt;/</a:t>
            </a:r>
            <a:r>
              <a:rPr lang="en-GB" sz="1200" dirty="0" err="1"/>
              <a:t>mydoc</a:t>
            </a:r>
            <a:r>
              <a:rPr lang="en-GB" sz="1200" dirty="0"/>
              <a:t>&gt;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9AFECF45-CC94-5682-CD5F-EC63C4FA9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634" y="3052919"/>
            <a:ext cx="2142857" cy="25809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D8B0DCE-31AE-2039-85F6-C3D790B54A49}"/>
              </a:ext>
            </a:extLst>
          </p:cNvPr>
          <p:cNvSpPr txBox="1"/>
          <p:nvPr/>
        </p:nvSpPr>
        <p:spPr>
          <a:xfrm>
            <a:off x="7245016" y="2129589"/>
            <a:ext cx="3385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dirty="0"/>
              <a:t>After entering the XML code, you can view the format of your data on the left side of </a:t>
            </a:r>
            <a:r>
              <a:rPr lang="en-GB" altLang="zh-CN" dirty="0" err="1"/>
              <a:t>EditX</a:t>
            </a:r>
            <a:r>
              <a:rPr lang="en-GB" altLang="zh-CN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9167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DE8-E182-4340-B6C3-0A831732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D27B1D-439D-D40D-1FE5-F437E40E9072}"/>
              </a:ext>
            </a:extLst>
          </p:cNvPr>
          <p:cNvSpPr txBox="1"/>
          <p:nvPr/>
        </p:nvSpPr>
        <p:spPr>
          <a:xfrm>
            <a:off x="252662" y="409074"/>
            <a:ext cx="10323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800" dirty="0"/>
              <a:t>Utilize X</a:t>
            </a:r>
            <a:r>
              <a:rPr lang="en-US" altLang="zh-CN" sz="2800" dirty="0"/>
              <a:t>P</a:t>
            </a:r>
            <a:r>
              <a:rPr lang="en-GB" altLang="zh-CN" sz="2800" dirty="0" err="1"/>
              <a:t>ath</a:t>
            </a:r>
            <a:r>
              <a:rPr lang="en-GB" altLang="zh-CN" sz="2800" dirty="0"/>
              <a:t> to query the XML document, here are some examples.</a:t>
            </a:r>
            <a:endParaRPr lang="en-GB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E9A929-E575-C2B9-A754-E35FAEF7917A}"/>
              </a:ext>
            </a:extLst>
          </p:cNvPr>
          <p:cNvSpPr txBox="1"/>
          <p:nvPr/>
        </p:nvSpPr>
        <p:spPr>
          <a:xfrm>
            <a:off x="271710" y="1211483"/>
            <a:ext cx="389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Get all book titles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3D97FF-80F5-F4E3-1D94-FE20E9D3551A}"/>
              </a:ext>
            </a:extLst>
          </p:cNvPr>
          <p:cNvSpPr txBox="1"/>
          <p:nvPr/>
        </p:nvSpPr>
        <p:spPr>
          <a:xfrm>
            <a:off x="252662" y="266815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2. List available books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6A1F221-2FD8-2275-5939-9B1E0EA676DE}"/>
              </a:ext>
            </a:extLst>
          </p:cNvPr>
          <p:cNvSpPr txBox="1"/>
          <p:nvPr/>
        </p:nvSpPr>
        <p:spPr>
          <a:xfrm>
            <a:off x="5414210" y="5668997"/>
            <a:ext cx="4244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altLang="zh-CN" dirty="0"/>
              <a:t>Can you contemplate the following and investigate any additional inquiries you may have?</a:t>
            </a:r>
            <a:endParaRPr lang="en-GB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5485AA7-9E18-C5A2-7C87-508966378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466" y="1023656"/>
            <a:ext cx="4609524" cy="4409524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6A4C9D01-E8A9-569A-9130-A953030CC989}"/>
              </a:ext>
            </a:extLst>
          </p:cNvPr>
          <p:cNvSpPr txBox="1"/>
          <p:nvPr/>
        </p:nvSpPr>
        <p:spPr>
          <a:xfrm>
            <a:off x="6795192" y="792823"/>
            <a:ext cx="3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C8A859A-F58F-EB3F-50E1-EE70F2E5DE77}"/>
              </a:ext>
            </a:extLst>
          </p:cNvPr>
          <p:cNvSpPr txBox="1"/>
          <p:nvPr/>
        </p:nvSpPr>
        <p:spPr>
          <a:xfrm>
            <a:off x="10079990" y="2852823"/>
            <a:ext cx="3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984E92-80F3-7E9D-7EC5-9151760B4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10" y="1629809"/>
            <a:ext cx="2723809" cy="94285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C699790-4783-FBFE-A976-0462D6BF40A1}"/>
              </a:ext>
            </a:extLst>
          </p:cNvPr>
          <p:cNvSpPr txBox="1"/>
          <p:nvPr/>
        </p:nvSpPr>
        <p:spPr>
          <a:xfrm>
            <a:off x="271710" y="416857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3. Retrieve titles of books published in 2021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ECAEE69-2EBE-1DBF-056D-6D7E6A6AC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62" y="4635586"/>
            <a:ext cx="4542857" cy="100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453189C-7607-C4A9-FAAE-CD3D779DFE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62" y="3061376"/>
            <a:ext cx="3866667" cy="1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242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DE8-E182-4340-B6C3-0A831732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D27B1D-439D-D40D-1FE5-F437E40E9072}"/>
              </a:ext>
            </a:extLst>
          </p:cNvPr>
          <p:cNvSpPr txBox="1"/>
          <p:nvPr/>
        </p:nvSpPr>
        <p:spPr>
          <a:xfrm>
            <a:off x="252662" y="409074"/>
            <a:ext cx="10323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800" dirty="0"/>
              <a:t>Utilize X</a:t>
            </a:r>
            <a:r>
              <a:rPr lang="en-US" altLang="zh-CN" sz="2800" dirty="0"/>
              <a:t>P</a:t>
            </a:r>
            <a:r>
              <a:rPr lang="en-GB" altLang="zh-CN" sz="2800" dirty="0" err="1"/>
              <a:t>ath</a:t>
            </a:r>
            <a:r>
              <a:rPr lang="en-GB" altLang="zh-CN" sz="2800" dirty="0"/>
              <a:t> to query the XML document, here are some examples.</a:t>
            </a:r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DFC03F-339B-443B-870C-9799FAFB0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15" y="932294"/>
            <a:ext cx="8214336" cy="580090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7A55445-8662-437A-A794-2C481E22C316}"/>
              </a:ext>
            </a:extLst>
          </p:cNvPr>
          <p:cNvSpPr/>
          <p:nvPr/>
        </p:nvSpPr>
        <p:spPr>
          <a:xfrm>
            <a:off x="536747" y="3331344"/>
            <a:ext cx="936946" cy="379521"/>
          </a:xfrm>
          <a:prstGeom prst="ellipse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66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1ABE-78DB-975E-202D-8549D72A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B79252-FE8E-CFCD-E2A5-3137B7839E19}"/>
              </a:ext>
            </a:extLst>
          </p:cNvPr>
          <p:cNvSpPr txBox="1"/>
          <p:nvPr/>
        </p:nvSpPr>
        <p:spPr>
          <a:xfrm>
            <a:off x="252662" y="409074"/>
            <a:ext cx="10323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800" dirty="0"/>
              <a:t>Utilize XQuery to query the XML document, here are some examples.</a:t>
            </a:r>
            <a:endParaRPr lang="en-GB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791B15-A1E4-186A-9FAD-A3004EF28E51}"/>
              </a:ext>
            </a:extLst>
          </p:cNvPr>
          <p:cNvSpPr txBox="1"/>
          <p:nvPr/>
        </p:nvSpPr>
        <p:spPr>
          <a:xfrm>
            <a:off x="271709" y="1211483"/>
            <a:ext cx="5261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Find titles of books with a price in USD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AEEFE2C-C874-09DA-E05B-A33A8E870E28}"/>
              </a:ext>
            </a:extLst>
          </p:cNvPr>
          <p:cNvSpPr txBox="1"/>
          <p:nvPr/>
        </p:nvSpPr>
        <p:spPr>
          <a:xfrm>
            <a:off x="6659288" y="5704528"/>
            <a:ext cx="4244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altLang="zh-CN" dirty="0"/>
              <a:t>Can you contemplate the following and investigate any additional inquiries you may have?</a:t>
            </a:r>
            <a:endParaRPr lang="en-GB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07F6CD8-6F22-264C-EA66-823AEECB4B98}"/>
              </a:ext>
            </a:extLst>
          </p:cNvPr>
          <p:cNvSpPr txBox="1"/>
          <p:nvPr/>
        </p:nvSpPr>
        <p:spPr>
          <a:xfrm>
            <a:off x="7757719" y="729564"/>
            <a:ext cx="3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408C9C6-EF31-7023-657D-2411027716FF}"/>
              </a:ext>
            </a:extLst>
          </p:cNvPr>
          <p:cNvSpPr txBox="1"/>
          <p:nvPr/>
        </p:nvSpPr>
        <p:spPr>
          <a:xfrm>
            <a:off x="11094005" y="2977874"/>
            <a:ext cx="391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C4FE49-20D0-8A40-1B50-40D65491F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88" y="1070611"/>
            <a:ext cx="4523809" cy="427619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828FF9F-7346-6F07-A970-0F6AF7EED391}"/>
              </a:ext>
            </a:extLst>
          </p:cNvPr>
          <p:cNvSpPr txBox="1"/>
          <p:nvPr/>
        </p:nvSpPr>
        <p:spPr>
          <a:xfrm>
            <a:off x="271709" y="2430564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2. Get all book titles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03D727C-8851-4AD7-00A7-57965BFB1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9" y="1691404"/>
            <a:ext cx="4276190" cy="62857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02EE660-7C81-991E-7F1A-11DB0A7F9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62" y="2908739"/>
            <a:ext cx="3647619" cy="120952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9E721CFE-B8A8-A508-E0DF-973ED3F68C2D}"/>
              </a:ext>
            </a:extLst>
          </p:cNvPr>
          <p:cNvSpPr txBox="1"/>
          <p:nvPr/>
        </p:nvSpPr>
        <p:spPr>
          <a:xfrm>
            <a:off x="252662" y="4227106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3. Get titles of books published in 2021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1DDF922-1B61-0CD2-F433-51B8C72AB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62" y="4705281"/>
            <a:ext cx="4485714" cy="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71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1ABE-78DB-975E-202D-8549D72A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B79252-FE8E-CFCD-E2A5-3137B7839E19}"/>
              </a:ext>
            </a:extLst>
          </p:cNvPr>
          <p:cNvSpPr txBox="1"/>
          <p:nvPr/>
        </p:nvSpPr>
        <p:spPr>
          <a:xfrm>
            <a:off x="252662" y="409074"/>
            <a:ext cx="10323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2800" dirty="0"/>
              <a:t>Utilize XQuery to query the XML document, here are some examples.</a:t>
            </a:r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57144-6264-4EAA-8C4C-A41029B9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0" y="1118586"/>
            <a:ext cx="5485536" cy="3844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2AC5D6-BCDD-4A53-A1DA-0AB539251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618" y="2339927"/>
            <a:ext cx="6168700" cy="432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71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D4D5B-F238-C8C3-4BAA-3FA9579C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769209-FCEA-A3DC-376C-44A4F408D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2373339"/>
            <a:ext cx="9144000" cy="3278170"/>
          </a:xfrm>
        </p:spPr>
        <p:txBody>
          <a:bodyPr/>
          <a:lstStyle/>
          <a:p>
            <a:pPr algn="just"/>
            <a:r>
              <a:rPr lang="en-GB" altLang="zh-CN" dirty="0"/>
              <a:t>Use </a:t>
            </a:r>
            <a:r>
              <a:rPr lang="en-US" altLang="zh-CN" dirty="0"/>
              <a:t>XPath and XQuery for advanced operations by yourself.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911CA99-16D1-48F2-BB4A-B787729AE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6879" y="939768"/>
            <a:ext cx="9144000" cy="1364974"/>
          </a:xfrm>
        </p:spPr>
        <p:txBody>
          <a:bodyPr/>
          <a:lstStyle/>
          <a:p>
            <a:r>
              <a:rPr lang="en-US" dirty="0"/>
              <a:t>Step 6 (30 Minutes)</a:t>
            </a:r>
          </a:p>
        </p:txBody>
      </p:sp>
    </p:spTree>
    <p:extLst>
      <p:ext uri="{BB962C8B-B14F-4D97-AF65-F5344CB8AC3E}">
        <p14:creationId xmlns:p14="http://schemas.microsoft.com/office/powerpoint/2010/main" val="1728099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DE8-E182-4340-B6C3-0A831732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D27B1D-439D-D40D-1FE5-F437E40E9072}"/>
              </a:ext>
            </a:extLst>
          </p:cNvPr>
          <p:cNvSpPr txBox="1"/>
          <p:nvPr/>
        </p:nvSpPr>
        <p:spPr>
          <a:xfrm>
            <a:off x="696545" y="923979"/>
            <a:ext cx="10965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Find amount of EYCU trading records (</a:t>
            </a:r>
            <a:r>
              <a:rPr lang="en-US" sz="2800" dirty="0" err="1"/>
              <a:t>AskQuantity</a:t>
            </a:r>
            <a:r>
              <a:rPr lang="en-US" sz="2800" dirty="0"/>
              <a:t> &gt; 50) by DOM/SAX </a:t>
            </a:r>
            <a:endParaRPr lang="en-GB" sz="28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563D443-8D21-4906-BAAD-B254989A3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22" y="1659285"/>
            <a:ext cx="5850384" cy="353943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def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Arial Unicode MS"/>
                <a:ea typeface="JetBrains Mono"/>
              </a:rPr>
              <a:t>w4_main_6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tree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ET.parse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'market_data.xml'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root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tree.getroot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eycu_records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= [record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record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root.findall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'Record'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record.find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'Symbol'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).text ==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'EYCU'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count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0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record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eycu_records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float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record.find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AskQuantity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).text) &gt;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50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ET.tostring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(record,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encoding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unicode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    count +=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f'Count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 of EYCU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AskQuantity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 &gt; 50):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count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579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DE8-E182-4340-B6C3-0A831732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D27B1D-439D-D40D-1FE5-F437E40E9072}"/>
              </a:ext>
            </a:extLst>
          </p:cNvPr>
          <p:cNvSpPr txBox="1"/>
          <p:nvPr/>
        </p:nvSpPr>
        <p:spPr>
          <a:xfrm>
            <a:off x="696545" y="923979"/>
            <a:ext cx="10925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Find amount of EYCU trading records (</a:t>
            </a:r>
            <a:r>
              <a:rPr lang="en-US" sz="2800" dirty="0" err="1"/>
              <a:t>AskQuantity</a:t>
            </a:r>
            <a:r>
              <a:rPr lang="en-US" sz="2800" dirty="0"/>
              <a:t> &gt; 50) by DOM/SAX </a:t>
            </a:r>
            <a:endParaRPr lang="en-GB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438886-29A5-4875-AA60-475B7494B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9978"/>
            <a:ext cx="12192000" cy="166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81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DE8-E182-4340-B6C3-0A831732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D27B1D-439D-D40D-1FE5-F437E40E9072}"/>
              </a:ext>
            </a:extLst>
          </p:cNvPr>
          <p:cNvSpPr txBox="1"/>
          <p:nvPr/>
        </p:nvSpPr>
        <p:spPr>
          <a:xfrm>
            <a:off x="696545" y="923979"/>
            <a:ext cx="107930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Find amount of EYCU trading records (</a:t>
            </a:r>
            <a:r>
              <a:rPr lang="en-US" sz="2800" dirty="0" err="1"/>
              <a:t>AskQuantity</a:t>
            </a:r>
            <a:r>
              <a:rPr lang="en-US" sz="2800" dirty="0"/>
              <a:t> &gt; 50) by DOM/SAX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Print the book title by every genre in </a:t>
            </a:r>
            <a:r>
              <a:rPr lang="en-US" sz="2800" dirty="0" err="1"/>
              <a:t>EditX</a:t>
            </a:r>
            <a:r>
              <a:rPr lang="en-US" sz="2800" dirty="0"/>
              <a:t>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28004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DE8-E182-4340-B6C3-0A831732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D27B1D-439D-D40D-1FE5-F437E40E9072}"/>
              </a:ext>
            </a:extLst>
          </p:cNvPr>
          <p:cNvSpPr txBox="1"/>
          <p:nvPr/>
        </p:nvSpPr>
        <p:spPr>
          <a:xfrm>
            <a:off x="696546" y="923979"/>
            <a:ext cx="10323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Find amount of EYCU trading records (</a:t>
            </a:r>
            <a:r>
              <a:rPr lang="en-US" sz="2800" dirty="0" err="1"/>
              <a:t>AskQuantity</a:t>
            </a:r>
            <a:r>
              <a:rPr lang="en-US" sz="2800" dirty="0"/>
              <a:t> &gt; 50)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Print the book title by every genre </a:t>
            </a:r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DDA64-672E-4111-8895-DD8F5541B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539" y="2014530"/>
            <a:ext cx="6358721" cy="455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73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DE8-E182-4340-B6C3-0A831732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D27B1D-439D-D40D-1FE5-F437E40E9072}"/>
              </a:ext>
            </a:extLst>
          </p:cNvPr>
          <p:cNvSpPr txBox="1"/>
          <p:nvPr/>
        </p:nvSpPr>
        <p:spPr>
          <a:xfrm>
            <a:off x="696546" y="923979"/>
            <a:ext cx="103230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Find amount of EYCU trading records (</a:t>
            </a:r>
            <a:r>
              <a:rPr lang="en-US" sz="2800" dirty="0" err="1"/>
              <a:t>AskQuantity</a:t>
            </a:r>
            <a:r>
              <a:rPr lang="en-US" sz="2800" dirty="0"/>
              <a:t> &gt; 50)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Print the book title by every genre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Transfer data structure: CSV &lt;-&gt; XML &lt;-&gt; JSON</a:t>
            </a:r>
            <a:endParaRPr lang="en-GB" sz="2800" i="1" dirty="0"/>
          </a:p>
        </p:txBody>
      </p:sp>
    </p:spTree>
    <p:extLst>
      <p:ext uri="{BB962C8B-B14F-4D97-AF65-F5344CB8AC3E}">
        <p14:creationId xmlns:p14="http://schemas.microsoft.com/office/powerpoint/2010/main" val="1521902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DE8-E182-4340-B6C3-0A831732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D27B1D-439D-D40D-1FE5-F437E40E9072}"/>
              </a:ext>
            </a:extLst>
          </p:cNvPr>
          <p:cNvSpPr txBox="1"/>
          <p:nvPr/>
        </p:nvSpPr>
        <p:spPr>
          <a:xfrm>
            <a:off x="696546" y="923979"/>
            <a:ext cx="103230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Find amount of EYCU trading records (</a:t>
            </a:r>
            <a:r>
              <a:rPr lang="en-US" sz="2800" dirty="0" err="1"/>
              <a:t>AskQuantity</a:t>
            </a:r>
            <a:r>
              <a:rPr lang="en-US" sz="2800" dirty="0"/>
              <a:t> &gt; 50)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Print the book title by every genre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Transfer data structure: CSV &lt;-&gt; XML &lt;-&gt; JSON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Query XML by SQL in Step 5: </a:t>
            </a:r>
            <a:r>
              <a:rPr lang="en-US" sz="2800" i="1" dirty="0"/>
              <a:t>search all book info where year==2023, publisher==Addison-Wesley, and author==John Doe</a:t>
            </a:r>
            <a:endParaRPr lang="en-GB" sz="2800" i="1" dirty="0"/>
          </a:p>
        </p:txBody>
      </p:sp>
    </p:spTree>
    <p:extLst>
      <p:ext uri="{BB962C8B-B14F-4D97-AF65-F5344CB8AC3E}">
        <p14:creationId xmlns:p14="http://schemas.microsoft.com/office/powerpoint/2010/main" val="1379325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DE8-E182-4340-B6C3-0A831732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1DE7FF-B347-469C-9E9D-252460B4945D}"/>
              </a:ext>
            </a:extLst>
          </p:cNvPr>
          <p:cNvSpPr txBox="1"/>
          <p:nvPr/>
        </p:nvSpPr>
        <p:spPr>
          <a:xfrm>
            <a:off x="0" y="0"/>
            <a:ext cx="1195346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SCHEMA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CASCADE;</a:t>
            </a:r>
          </a:p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SCHEMA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search_path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pg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Create table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books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id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book_data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xml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Insert more complex XML data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books 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book_data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VALUES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xmlparse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(DOCUMENT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'&lt;?xml version="1.0"?&gt;&lt;book&gt;&lt;title&gt;Python Programming&lt;/title&gt;&lt;author&gt;John Doe&lt;/author&gt;&lt;year&gt;2023&lt;/year&gt;&lt;publisher&gt;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O''Reilly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Media&lt;/publisher&gt;&lt;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isbn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&gt;978-1-4919-4529-4&lt;/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isbn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&gt;&lt;/book&gt;'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xmlparse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(DOCUMENT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'&lt;?xml version="1.0"?&gt;&lt;book&gt;&lt;title&gt;Java Programming&lt;/title&gt;&lt;author&gt;Jane Smith&lt;/author&gt;&lt;year&gt;2022&lt;/year&gt;&lt;publisher&gt;Addison-Wesley&lt;/publisher&gt;&lt;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isbn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&gt;978-0-13-468599-1&lt;/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isbn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&gt;&lt;/book&gt;'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Query more complex XML data with a condition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xpath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'/book/title/text()'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book_data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))[1]::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title,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xpath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'/book/author/text()'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book_data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))[1]::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author,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xpath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'/book/year/text()'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book_data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))[1]::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xpath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'/book/publisher/text()'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book_data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))[1]::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publisher,</a:t>
            </a: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xpath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'/book/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isbn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/text()'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book_data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))[1]::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isbn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books</a:t>
            </a:r>
          </a:p>
          <a:p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xpath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'/book/year/text()'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book_data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))[1]::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'2023'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xpath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'/book/publisher/text()'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book_data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))[1]::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'Addison-Wesley'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xpath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'/book/author/text()'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book_data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))[1]::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'John Doe'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Clean up data (optional)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DELETE FROM books;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DROP TABLE books;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092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BDE8-E182-4340-B6C3-0A831732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D27B1D-439D-D40D-1FE5-F437E40E9072}"/>
              </a:ext>
            </a:extLst>
          </p:cNvPr>
          <p:cNvSpPr txBox="1"/>
          <p:nvPr/>
        </p:nvSpPr>
        <p:spPr>
          <a:xfrm>
            <a:off x="696546" y="923979"/>
            <a:ext cx="103230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Find amount of EYCU trading records (</a:t>
            </a:r>
            <a:r>
              <a:rPr lang="en-US" sz="2800" dirty="0" err="1"/>
              <a:t>AskQuantity</a:t>
            </a:r>
            <a:r>
              <a:rPr lang="en-US" sz="2800" dirty="0"/>
              <a:t> &gt; 50)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Print the book title by every genre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Transfer data structure: CSV &lt;-&gt; XML &lt;-&gt; JSON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Query XML by SQL in Step 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Consider: Python or </a:t>
            </a:r>
            <a:r>
              <a:rPr lang="en-US" sz="2800" dirty="0" err="1"/>
              <a:t>EditX</a:t>
            </a:r>
            <a:r>
              <a:rPr lang="en-US" sz="2800" dirty="0"/>
              <a:t>, DOM or SAX?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71858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4774-0F16-4F3E-93B3-9A2056762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85950"/>
          </a:xfrm>
        </p:spPr>
        <p:txBody>
          <a:bodyPr/>
          <a:lstStyle/>
          <a:p>
            <a:r>
              <a:rPr lang="en-US" dirty="0"/>
              <a:t>Summary (10 Minutes)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B3363-383C-493D-BE63-EE5EA80B3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93843"/>
            <a:ext cx="9144000" cy="3163957"/>
          </a:xfrm>
        </p:spPr>
        <p:txBody>
          <a:bodyPr/>
          <a:lstStyle/>
          <a:p>
            <a:pPr algn="l"/>
            <a:r>
              <a:rPr lang="en-US" dirty="0"/>
              <a:t>Summarize the basic knowledge of XML and Python programming skills learned in this experiment.</a:t>
            </a:r>
          </a:p>
          <a:p>
            <a:pPr algn="l"/>
            <a:r>
              <a:rPr lang="en-US" dirty="0"/>
              <a:t>Discuss the application scenarios and advantages of XML data structure in financial fields such as high-frequency foreign exchange trading.</a:t>
            </a:r>
          </a:p>
          <a:p>
            <a:pPr algn="l"/>
            <a:r>
              <a:rPr lang="en-US" dirty="0"/>
              <a:t>Think about how to convert and interoperate XML data with other data formats (such as JSON, CSV, etc.).</a:t>
            </a:r>
          </a:p>
        </p:txBody>
      </p:sp>
    </p:spTree>
    <p:extLst>
      <p:ext uri="{BB962C8B-B14F-4D97-AF65-F5344CB8AC3E}">
        <p14:creationId xmlns:p14="http://schemas.microsoft.com/office/powerpoint/2010/main" val="47687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4774-0F16-4F3E-93B3-9A2056762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85950"/>
          </a:xfrm>
        </p:spPr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B3363-383C-493D-BE63-EE5EA80B3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93843"/>
            <a:ext cx="9144000" cy="3856383"/>
          </a:xfrm>
        </p:spPr>
        <p:txBody>
          <a:bodyPr/>
          <a:lstStyle/>
          <a:p>
            <a:pPr algn="l"/>
            <a:r>
              <a:rPr lang="en-US" dirty="0"/>
              <a:t>The timestamp data in the experiment may need further processing (such as conversion to a readable date and time format) for more meaningful analysis and presentation.</a:t>
            </a:r>
          </a:p>
          <a:p>
            <a:pPr algn="l"/>
            <a:r>
              <a:rPr lang="en-US" dirty="0"/>
              <a:t>In practical applications, the scale and complexity of XML data may be larger, and more efficient data processing methods and tools (such as the XPath query function of the </a:t>
            </a:r>
            <a:r>
              <a:rPr lang="en-US" dirty="0" err="1"/>
              <a:t>lxml</a:t>
            </a:r>
            <a:r>
              <a:rPr lang="en-US" dirty="0"/>
              <a:t> library) need to be considered.</a:t>
            </a:r>
          </a:p>
          <a:p>
            <a:pPr algn="l"/>
            <a:r>
              <a:rPr lang="en-US" dirty="0"/>
              <a:t>The design of the XML data structure should meet specific business requirements and specifications to ensure the accuracy and readability of the data.</a:t>
            </a:r>
          </a:p>
        </p:txBody>
      </p:sp>
    </p:spTree>
    <p:extLst>
      <p:ext uri="{BB962C8B-B14F-4D97-AF65-F5344CB8AC3E}">
        <p14:creationId xmlns:p14="http://schemas.microsoft.com/office/powerpoint/2010/main" val="2763248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3339</Words>
  <Application>Microsoft Office PowerPoint</Application>
  <PresentationFormat>Widescreen</PresentationFormat>
  <Paragraphs>199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 Unicode MS</vt:lpstr>
      <vt:lpstr>Microsoft YaHei</vt:lpstr>
      <vt:lpstr>宋体</vt:lpstr>
      <vt:lpstr>Arial</vt:lpstr>
      <vt:lpstr>Consolas</vt:lpstr>
      <vt:lpstr>Office Theme</vt:lpstr>
      <vt:lpstr>DTS207TC Lab W4</vt:lpstr>
      <vt:lpstr>PowerPoint Presentation</vt:lpstr>
      <vt:lpstr>Objectives (2 Hour)</vt:lpstr>
      <vt:lpstr>Step 1 (5 Minutes)</vt:lpstr>
      <vt:lpstr>Step 2 (5 Minutes)</vt:lpstr>
      <vt:lpstr>Step 3 (20 Minutes)</vt:lpstr>
      <vt:lpstr>PowerPoint Presentation</vt:lpstr>
      <vt:lpstr>PowerPoint Presentation</vt:lpstr>
      <vt:lpstr>Step 3 (20 Minutes)</vt:lpstr>
      <vt:lpstr>PowerPoint Presentation</vt:lpstr>
      <vt:lpstr>Step 4 (25 Minutes)</vt:lpstr>
      <vt:lpstr>PowerPoint Presentation</vt:lpstr>
      <vt:lpstr>PowerPoint Presentation</vt:lpstr>
      <vt:lpstr>Step 4 (25 Minutes)</vt:lpstr>
      <vt:lpstr>PowerPoint Presentation</vt:lpstr>
      <vt:lpstr>Step 5 (25 Minutes)</vt:lpstr>
      <vt:lpstr>PowerPoint Presentation</vt:lpstr>
      <vt:lpstr>Step 5 (25 Minutes)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6 (30 Minutes)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(10 Minutes)</vt:lpstr>
      <vt:lpstr>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W10-2-1</dc:title>
  <dc:creator>Hejia Qiu</dc:creator>
  <cp:lastModifiedBy>Hejia Qiu</cp:lastModifiedBy>
  <cp:revision>10</cp:revision>
  <dcterms:created xsi:type="dcterms:W3CDTF">2024-11-05T08:41:33Z</dcterms:created>
  <dcterms:modified xsi:type="dcterms:W3CDTF">2025-10-08T01:58:33Z</dcterms:modified>
</cp:coreProperties>
</file>